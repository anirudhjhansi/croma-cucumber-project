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roma Automation Framework" id="{67DF9BD1-5468-4C36-A606-9DA7F05AB910}">
          <p14:sldIdLst>
            <p14:sldId id="2561"/>
          </p14:sldIdLst>
        </p14:section>
        <p14:section name="Project Overview" id="{1415FC77-349C-4EFF-9492-9E88E00B274E}">
          <p14:sldIdLst>
            <p14:sldId id="2562"/>
            <p14:sldId id="2563"/>
          </p14:sldIdLst>
        </p14:section>
        <p14:section name="Technology Stack" id="{868224E2-540D-4EB9-A96A-663649586D46}">
          <p14:sldIdLst>
            <p14:sldId id="2564"/>
            <p14:sldId id="2565"/>
          </p14:sldIdLst>
        </p14:section>
        <p14:section name="Automation Workflow" id="{0CCDD1B5-6AD0-455C-A9F5-7EFAF55C32A3}">
          <p14:sldIdLst>
            <p14:sldId id="2566"/>
            <p14:sldId id="2567"/>
          </p14:sldIdLst>
        </p14:section>
        <p14:section name="Important Locators and XPaths" id="{BF0D3530-0164-4F74-BA23-1B7F0EB19233}">
          <p14:sldIdLst>
            <p14:sldId id="2568"/>
            <p14:sldId id="2569"/>
          </p14:sldIdLst>
        </p14:section>
        <p14:section name="Framework Components" id="{C22B874D-311E-44A5-869D-4FBB38CC141A}">
          <p14:sldIdLst>
            <p14:sldId id="2570"/>
            <p14:sldId id="25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EF363A-8C53-9D13-27D8-E2966B3AB0A5}" v="15" dt="2026-02-13T09:37:44.4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7160D1-BC76-4684-847D-318C69403AD3}" type="datetimeFigureOut">
              <a:t>2/13/2026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72FA64-A5C9-4FE2-8C56-CB55072851EA}" type="slidenum">
              <a:t>‹#›</a:t>
            </a:fld>
            <a:endParaRPr lang="en-US"/>
          </a:p>
        </p:txBody>
      </p:sp>
    </p:spTree>
    <p:extLst>
      <p:ext uri="{BB962C8B-B14F-4D97-AF65-F5344CB8AC3E}">
        <p14:creationId xmlns:p14="http://schemas.microsoft.com/office/powerpoint/2010/main" val="2505354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87E4BE57-B2D3-49CC-9864-6A21DE2FAC96}" type="slidenum">
              <a:t>1</a:t>
            </a:fld>
            <a:endParaRPr lang="en-US"/>
          </a:p>
        </p:txBody>
      </p:sp>
    </p:spTree>
    <p:extLst>
      <p:ext uri="{BB962C8B-B14F-4D97-AF65-F5344CB8AC3E}">
        <p14:creationId xmlns:p14="http://schemas.microsoft.com/office/powerpoint/2010/main" val="2089078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Purpose and Workflow Summary</a:t>
            </a:r>
          </a:p>
        </p:txBody>
      </p:sp>
      <p:sp>
        <p:nvSpPr>
          <p:cNvPr id="4" name="Slide Number Placeholder 3"/>
          <p:cNvSpPr>
            <a:spLocks noGrp="1"/>
          </p:cNvSpPr>
          <p:nvPr>
            <p:ph type="sldNum" sz="quarter" idx="5"/>
          </p:nvPr>
        </p:nvSpPr>
        <p:spPr/>
        <p:txBody>
          <a:bodyPr/>
          <a:lstStyle/>
          <a:p>
            <a:fld id="{87E4BE57-B2D3-49CC-9864-6A21DE2FAC96}" type="slidenum">
              <a:t>2</a:t>
            </a:fld>
            <a:endParaRPr lang="en-US"/>
          </a:p>
        </p:txBody>
      </p:sp>
    </p:spTree>
    <p:extLst>
      <p:ext uri="{BB962C8B-B14F-4D97-AF65-F5344CB8AC3E}">
        <p14:creationId xmlns:p14="http://schemas.microsoft.com/office/powerpoint/2010/main" val="41950631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project focuses on crafting a robust end-to-end UI automation framework for validating e-commerce functionality on the Croma website using Selenium WebDriver, Java, and Cucumber BDD. The core workflow begins by launching the Croma home page, confirming the site’s readiness, and ensuring the search bar is interactable. Once the page loads, the framework reads test data dynamically from an Excel file using Apache POI, enabling data-driven validation. The user-entered search term—typically “laptop”—is typed into the global search bar by leveraging reliable CSS selectors based on attributes like data-testid and ID. After submitting the query, the browser navigates to the results page where product listings appear. The automation framework then proceeds to apply the Price Range filter using a modal-like filter drawer rather than traditional numeric input boxes, which modern e-commerce sites typically avoid. Interaction with this filter involves clicking the Price control, identifying the correct range label using text-based XPath selectors, and applying the appropriate checkbox option. The Apply button finalizes the filter, triggering the results section to refresh. This is validated using staleness checks on the first product card. The framework optionally attempts to sort items by popularity or relevancy using generalized XPath locators for sort-dropdown components. The next phase involves extracting the first product’s name and price using layered locator strategies that prioritize stable attributes such as product-title classes and price metadata tags. Through careful parsing of price strings and removal of special characters, the framework obtains numeric values ready for comparison. Finally, the extracted price is validated against the maximum price determined via test data or mapped price ranges, ensuring the product meets budget constraints. Logs are produced throughout the execution lifecycle to assist with debugging, and screenshots are captured on failure to aid post-test analysis. This approach results in a reliable, maintainable automation framework suited for retail product filtering and validation.</a:t>
            </a:r>
          </a:p>
        </p:txBody>
      </p:sp>
      <p:sp>
        <p:nvSpPr>
          <p:cNvPr id="4" name="Slide Number Placeholder 3"/>
          <p:cNvSpPr>
            <a:spLocks noGrp="1"/>
          </p:cNvSpPr>
          <p:nvPr>
            <p:ph type="sldNum" sz="quarter" idx="5"/>
          </p:nvPr>
        </p:nvSpPr>
        <p:spPr/>
        <p:txBody>
          <a:bodyPr/>
          <a:lstStyle/>
          <a:p>
            <a:fld id="{87E4BE57-B2D3-49CC-9864-6A21DE2FAC96}" type="slidenum">
              <a:t>3</a:t>
            </a:fld>
            <a:endParaRPr lang="en-US"/>
          </a:p>
        </p:txBody>
      </p:sp>
    </p:spTree>
    <p:extLst>
      <p:ext uri="{BB962C8B-B14F-4D97-AF65-F5344CB8AC3E}">
        <p14:creationId xmlns:p14="http://schemas.microsoft.com/office/powerpoint/2010/main" val="36023410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Tools, Libraries, and Technologies Used</a:t>
            </a:r>
          </a:p>
        </p:txBody>
      </p:sp>
      <p:sp>
        <p:nvSpPr>
          <p:cNvPr id="4" name="Slide Number Placeholder 3"/>
          <p:cNvSpPr>
            <a:spLocks noGrp="1"/>
          </p:cNvSpPr>
          <p:nvPr>
            <p:ph type="sldNum" sz="quarter" idx="5"/>
          </p:nvPr>
        </p:nvSpPr>
        <p:spPr/>
        <p:txBody>
          <a:bodyPr/>
          <a:lstStyle/>
          <a:p>
            <a:fld id="{87E4BE57-B2D3-49CC-9864-6A21DE2FAC96}" type="slidenum">
              <a:t>4</a:t>
            </a:fld>
            <a:endParaRPr lang="en-US"/>
          </a:p>
        </p:txBody>
      </p:sp>
    </p:spTree>
    <p:extLst>
      <p:ext uri="{BB962C8B-B14F-4D97-AF65-F5344CB8AC3E}">
        <p14:creationId xmlns:p14="http://schemas.microsoft.com/office/powerpoint/2010/main" val="2168470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automation framework behind this project is built upon a modern set of tools designed for stability, scalability, and maintainability. At the core lies Java 17, providing strong type safety, mature ecosystem support, and seamless integration with WebDriver APIs. Selenium WebDriver 4.x serves as the backbone for browser automation, allowing the framework to interact with web elements across dynamic pages rendered by Croma’s React-based, MUI-themed interface. To structure the test execution logically and ensure human-readable specifications, Cucumber BDD is employed, enabling the use of Gherkin syntax to define feature files and scenarios that closely mirror user journeys. TestNG is used as the runner due to its parallel execution capabilities, flexible test configuration, and enhanced reporting. Maven handles project dependencies, ensuring consistent versioning for Selenium, Cucumber, and Apache POI. The Page Object Model (POM) pattern organizes the automation logic, improving reusability and isolating DOM changes to specific classes. Apache POI enables reading external test data from Excel sheets, supporting data-driven testing and avoiding hardcoded parameters. Log4j2 is used to generate structured logs that capture detailed execution flows, including steps like search initiation, filter application, and validation results. WebDriverManager automatically resolves browser driver binaries, eliminating the need for manual driver setup. The framework also integrates JavaScript Executor for handling non-standard UI behavior and Selenium Actions for complex interactions such as clearing custom input fields or dealing with overlapping UI layers. This combination of technologies leads to a robust, maintainable, and scalable test automation system suitable for validating filtering, sorting, and search flows on e-commerce platforms.</a:t>
            </a:r>
          </a:p>
        </p:txBody>
      </p:sp>
      <p:sp>
        <p:nvSpPr>
          <p:cNvPr id="4" name="Slide Number Placeholder 3"/>
          <p:cNvSpPr>
            <a:spLocks noGrp="1"/>
          </p:cNvSpPr>
          <p:nvPr>
            <p:ph type="sldNum" sz="quarter" idx="5"/>
          </p:nvPr>
        </p:nvSpPr>
        <p:spPr/>
        <p:txBody>
          <a:bodyPr/>
          <a:lstStyle/>
          <a:p>
            <a:fld id="{87E4BE57-B2D3-49CC-9864-6A21DE2FAC96}" type="slidenum">
              <a:t>5</a:t>
            </a:fld>
            <a:endParaRPr lang="en-US"/>
          </a:p>
        </p:txBody>
      </p:sp>
    </p:spTree>
    <p:extLst>
      <p:ext uri="{BB962C8B-B14F-4D97-AF65-F5344CB8AC3E}">
        <p14:creationId xmlns:p14="http://schemas.microsoft.com/office/powerpoint/2010/main" val="34624560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End-to-End Execution Flow of Test Scenario</a:t>
            </a:r>
          </a:p>
        </p:txBody>
      </p:sp>
      <p:sp>
        <p:nvSpPr>
          <p:cNvPr id="4" name="Slide Number Placeholder 3"/>
          <p:cNvSpPr>
            <a:spLocks noGrp="1"/>
          </p:cNvSpPr>
          <p:nvPr>
            <p:ph type="sldNum" sz="quarter" idx="5"/>
          </p:nvPr>
        </p:nvSpPr>
        <p:spPr/>
        <p:txBody>
          <a:bodyPr/>
          <a:lstStyle/>
          <a:p>
            <a:fld id="{87E4BE57-B2D3-49CC-9864-6A21DE2FAC96}" type="slidenum">
              <a:t>6</a:t>
            </a:fld>
            <a:endParaRPr lang="en-US"/>
          </a:p>
        </p:txBody>
      </p:sp>
    </p:spTree>
    <p:extLst>
      <p:ext uri="{BB962C8B-B14F-4D97-AF65-F5344CB8AC3E}">
        <p14:creationId xmlns:p14="http://schemas.microsoft.com/office/powerpoint/2010/main" val="2578859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automation workflow follows a clearly defined sequence designed to imitate a real user’s behavior on the Croma website. First, the test opens the base URL retrieved from a centralized configuration file using the ConfigLoader utility class; this abstraction ensures environment flexibility. After the home page loads, any obtrusive overlays like cookie banners or modals are dismissed using targeted selectors to avoid interference with header elements. The search phase begins with locating the global search input through stable attributes such as data-testid and id, ensuring reliability despite dynamic class names. A clearing mechanism is applied to handle React-MUI input quirks, followed by entering the search term retrieved from Excel. Pressing Enter triggers navigation to the results page, where the automation waits for the product grid to appear or the URL to contain “/search”. The Price Range filter phase follows, handled by clicking the Price trigger that may appear as a button or accordion depending on screen size. The framework uses a multi-strategy XPath to detect the correct UI element. Upon clicking it, a modal or popover appears containing a list of checkbox-based price ranges. The desired range is selected using an XPath that normalizes text and handles Indian numbering format. After selection, an Apply button finalizes filtering, forcing the results list to refresh. Staleness-of-element checks ensure new results are loaded. The sorting step optionally attempts to click the Sort dropdown and choose relevant options like “Best Selling” or “Popular,” relying on generalized text-matching XPaths for flexibility. The framework then fetches the first product’s name by scanning known title selectors and retrieves the price by stripping non-numeric characters. Finally, it compares the product’s price against the max allowed budget derived either directly from Excel or via a price-range mapping method. Execution concludes with assertions verifying that the price falls within budget and logging results for reporting.</a:t>
            </a:r>
          </a:p>
        </p:txBody>
      </p:sp>
      <p:sp>
        <p:nvSpPr>
          <p:cNvPr id="4" name="Slide Number Placeholder 3"/>
          <p:cNvSpPr>
            <a:spLocks noGrp="1"/>
          </p:cNvSpPr>
          <p:nvPr>
            <p:ph type="sldNum" sz="quarter" idx="5"/>
          </p:nvPr>
        </p:nvSpPr>
        <p:spPr/>
        <p:txBody>
          <a:bodyPr/>
          <a:lstStyle/>
          <a:p>
            <a:fld id="{87E4BE57-B2D3-49CC-9864-6A21DE2FAC96}" type="slidenum">
              <a:t>7</a:t>
            </a:fld>
            <a:endParaRPr lang="en-US"/>
          </a:p>
        </p:txBody>
      </p:sp>
    </p:spTree>
    <p:extLst>
      <p:ext uri="{BB962C8B-B14F-4D97-AF65-F5344CB8AC3E}">
        <p14:creationId xmlns:p14="http://schemas.microsoft.com/office/powerpoint/2010/main" val="20503067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Critical Locators for Search, Price Filter, and Product Data</a:t>
            </a:r>
          </a:p>
        </p:txBody>
      </p:sp>
      <p:sp>
        <p:nvSpPr>
          <p:cNvPr id="4" name="Slide Number Placeholder 3"/>
          <p:cNvSpPr>
            <a:spLocks noGrp="1"/>
          </p:cNvSpPr>
          <p:nvPr>
            <p:ph type="sldNum" sz="quarter" idx="5"/>
          </p:nvPr>
        </p:nvSpPr>
        <p:spPr/>
        <p:txBody>
          <a:bodyPr/>
          <a:lstStyle/>
          <a:p>
            <a:fld id="{87E4BE57-B2D3-49CC-9864-6A21DE2FAC96}" type="slidenum">
              <a:t>8</a:t>
            </a:fld>
            <a:endParaRPr lang="en-US"/>
          </a:p>
        </p:txBody>
      </p:sp>
    </p:spTree>
    <p:extLst>
      <p:ext uri="{BB962C8B-B14F-4D97-AF65-F5344CB8AC3E}">
        <p14:creationId xmlns:p14="http://schemas.microsoft.com/office/powerpoint/2010/main" val="30312792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XPath and CSS locators play a crucial role in interacting with dynamic websites like Croma, especially given its MUI-driven component structure where classes frequently change. For the homepage search field, a reliable locator targets the container’s data-testid attribute, such as //*[@data-testid='search-list']//input[@id='searchV2'], ensuring direct access to the primary input element. Several fallback locators support edge cases, including checks for CSS classes like .search-field or version-tolerant patterns like id^='searchV'. The Price button on the results page exists in multiple UI states, so a multi-locator approach ensures coverage: //button[contains(.,'Price')] handles desktop button layouts, while //p[contains(.,'Price')]/ancestor::*[@role='button'] handles accordion-based triggers in responsive layouts. Transitioning to the price-range modal requires waiting for elements matching modal wrappers such as those containing MuiPaper-root or MuiPopover identifiers. The price range selection uses a robust, case-insensitive text-matching strategy on &lt;label&gt; elements because these encapsulate both checkbox inputs and visible range text. A sample locator is: //label[contains(translate(normalize-space(.),'ABCDEFGHIJKLMNOPQRSTUVWXYZ','abcdefghijklmnopqrstuvwxyz'),'60,001 - 70,000')]. This design avoids issues when item counts in parentheses change. The Apply button is consistently identified as //button[normalize-space()='Apply'], making it stable across UI modes. Sorting locators rely on textual detection for flexible matching, such as //button[contains(.,'Sort')] and options containing text like “best” or “popular.” Product title extraction combines CSS like a.product-title and XPath patterns searching for class names containing “product” and “title.” Price extraction uses flexible locators like span[data-testid*='price'] and filters out crossed-out prices using not(self::del). These carefully designed locator strategies ensure reliability across UI variants and dynamic layouts.</a:t>
            </a:r>
          </a:p>
        </p:txBody>
      </p:sp>
      <p:sp>
        <p:nvSpPr>
          <p:cNvPr id="4" name="Slide Number Placeholder 3"/>
          <p:cNvSpPr>
            <a:spLocks noGrp="1"/>
          </p:cNvSpPr>
          <p:nvPr>
            <p:ph type="sldNum" sz="quarter" idx="5"/>
          </p:nvPr>
        </p:nvSpPr>
        <p:spPr/>
        <p:txBody>
          <a:bodyPr/>
          <a:lstStyle/>
          <a:p>
            <a:fld id="{87E4BE57-B2D3-49CC-9864-6A21DE2FAC96}" type="slidenum">
              <a:t>9</a:t>
            </a:fld>
            <a:endParaRPr lang="en-US"/>
          </a:p>
        </p:txBody>
      </p:sp>
    </p:spTree>
    <p:extLst>
      <p:ext uri="{BB962C8B-B14F-4D97-AF65-F5344CB8AC3E}">
        <p14:creationId xmlns:p14="http://schemas.microsoft.com/office/powerpoint/2010/main" val="12465538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Modular Structure of Page Object Model</a:t>
            </a:r>
          </a:p>
        </p:txBody>
      </p:sp>
      <p:sp>
        <p:nvSpPr>
          <p:cNvPr id="4" name="Slide Number Placeholder 3"/>
          <p:cNvSpPr>
            <a:spLocks noGrp="1"/>
          </p:cNvSpPr>
          <p:nvPr>
            <p:ph type="sldNum" sz="quarter" idx="5"/>
          </p:nvPr>
        </p:nvSpPr>
        <p:spPr/>
        <p:txBody>
          <a:bodyPr/>
          <a:lstStyle/>
          <a:p>
            <a:fld id="{87E4BE57-B2D3-49CC-9864-6A21DE2FAC96}" type="slidenum">
              <a:t>10</a:t>
            </a:fld>
            <a:endParaRPr lang="en-US"/>
          </a:p>
        </p:txBody>
      </p:sp>
    </p:spTree>
    <p:extLst>
      <p:ext uri="{BB962C8B-B14F-4D97-AF65-F5344CB8AC3E}">
        <p14:creationId xmlns:p14="http://schemas.microsoft.com/office/powerpoint/2010/main" val="31696195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framework’s implementation adheres to the Page Object Model (POM), emphasizing clean abstractions and maintainability. At its core lies BasePage, which centralizes WebDriver instance management and provides reusable methods such as waitVisible, waitClickable, exists, click, scrollIntoView, and JavaScript-backed interactions. This prevents duplication across page-specific classes. HomePage encapsulates functionality tied to the landing screen, including logic to dismiss overlays, locate the search bar through stable selectors, clear and populate input fields using hybrid keyboard and JavaScript approaches, and trigger search execution. It also incorporates explicit waits that confirm successful navigation to the results page. SearchResultsPage manages all post-search operations, including price range selection, sorting, product name extraction, and price parsing. Its price-range method employs a multi-locator approach to accommodate Croma’s dual responsive layouts (desktop filter bar and mobile modal). The class includes fallback logic to detect staleness after applying filters, ensuring that results are refreshed before any extraction. The framework also includes auxiliary utilities like DriverFactory for WebDriver lifecycle management, ensuring parallel safety and configuration-driven control; ConfigLoader for centralized configuration using properties files; and ExcelReader for fetching dynamic test data. Step Definition classes link Gherkin steps to Java operations, orchestrating search, filtering, validation, and reporting. This modular structure provides robustness, adaptability to UI changes, and easier scalability when adding new features or pages.</a:t>
            </a:r>
          </a:p>
        </p:txBody>
      </p:sp>
      <p:sp>
        <p:nvSpPr>
          <p:cNvPr id="4" name="Slide Number Placeholder 3"/>
          <p:cNvSpPr>
            <a:spLocks noGrp="1"/>
          </p:cNvSpPr>
          <p:nvPr>
            <p:ph type="sldNum" sz="quarter" idx="5"/>
          </p:nvPr>
        </p:nvSpPr>
        <p:spPr/>
        <p:txBody>
          <a:bodyPr/>
          <a:lstStyle/>
          <a:p>
            <a:fld id="{87E4BE57-B2D3-49CC-9864-6A21DE2FAC96}" type="slidenum">
              <a:t>11</a:t>
            </a:fld>
            <a:endParaRPr lang="en-US"/>
          </a:p>
        </p:txBody>
      </p:sp>
    </p:spTree>
    <p:extLst>
      <p:ext uri="{BB962C8B-B14F-4D97-AF65-F5344CB8AC3E}">
        <p14:creationId xmlns:p14="http://schemas.microsoft.com/office/powerpoint/2010/main" val="31543807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606196"/>
            <a:ext cx="4352927" cy="1142277"/>
          </a:xfrm>
        </p:spPr>
        <p:txBody>
          <a:bodyPr vert="horz" lIns="91440" tIns="45720" rIns="91440" bIns="45720" rtlCol="0" anchor="t">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29472" y="606196"/>
            <a:ext cx="4352927" cy="1142277"/>
          </a:xfrm>
        </p:spPr>
        <p:txBody>
          <a:bodyPr vert="horz" lIns="91440" tIns="45720" rIns="91440" bIns="45720" rtlCol="0" anchor="t">
            <a:normAutofit/>
          </a:bodyPr>
          <a:lstStyle>
            <a:lvl1pPr marL="0" indent="0" algn="r">
              <a:lnSpc>
                <a:spcPct val="120000"/>
              </a:lnSpc>
              <a:spcBef>
                <a:spcPts val="0"/>
              </a:spcBef>
              <a:buNone/>
              <a:defRPr lang="en-US" sz="14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609600" y="322731"/>
            <a:ext cx="914400" cy="283464"/>
          </a:xfrm>
        </p:spPr>
        <p:txBody>
          <a:bodyPr anchor="ctr"/>
          <a:lstStyle/>
          <a:p>
            <a:fld id="{22C51373-607B-9C4F-A437-4C79783B39C4}" type="datetime1">
              <a:rPr lang="en-US" smtClean="0"/>
              <a:t>2/13/2026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514600" y="322731"/>
            <a:ext cx="7162800" cy="283464"/>
          </a:xfrm>
        </p:spPr>
        <p:txBody>
          <a:bodyPr anchor="ct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10668000" y="322731"/>
            <a:ext cx="914399" cy="283464"/>
          </a:xfrm>
        </p:spPr>
        <p:txBody>
          <a:bodyPr anchor="ct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0" y="2132520"/>
            <a:ext cx="10972800" cy="411588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80167521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2CDEBAA-07E4-8142-A784-8E3FFF1BDE03}" type="datetime1">
              <a:rPr lang="en-US" smtClean="0"/>
              <a:t>2/13/2026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3959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4840225"/>
            <a:ext cx="10963658" cy="799655"/>
          </a:xfrm>
        </p:spPr>
        <p:txBody>
          <a:bodyPr vert="horz" lIns="91440" tIns="45720" rIns="91440" bIns="45720" rtlCol="0" anchor="b">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5845175"/>
            <a:ext cx="10963658" cy="365125"/>
          </a:xfrm>
        </p:spPr>
        <p:txBody>
          <a:bodyPr vert="horz" lIns="91440" tIns="45720" rIns="91440" bIns="45720" rtlCol="0">
            <a:normAutofit/>
          </a:bodyPr>
          <a:lstStyle>
            <a:lvl1pPr marL="0" indent="0">
              <a:buNone/>
              <a:defRPr lang="en-US" sz="14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C046D57E-E4C8-EC43-8212-11DED004F5A8}" type="datetime1">
              <a:rPr lang="en-US" smtClean="0"/>
              <a:t>2/13/2026</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1" y="647700"/>
            <a:ext cx="10972800" cy="3808477"/>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2525277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530569" y="606195"/>
            <a:ext cx="4045735" cy="3998595"/>
          </a:xfrm>
        </p:spPr>
        <p:txBody>
          <a:bodyPr vert="horz" lIns="91440" tIns="45720" rIns="91440" bIns="45720" rtlCol="0" anchor="t">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530569" y="4870174"/>
            <a:ext cx="3755116" cy="1033669"/>
          </a:xfrm>
        </p:spPr>
        <p:txBody>
          <a:bodyPr vert="horz" lIns="91440" tIns="45720" rIns="91440" bIns="45720" rtlCol="0" anchor="b">
            <a:normAutofit/>
          </a:bodyPr>
          <a:lstStyle>
            <a:lvl1pPr marL="0" indent="0">
              <a:buNone/>
              <a:defRPr lang="en-US" sz="14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09601" y="322731"/>
            <a:ext cx="914400" cy="283464"/>
          </a:xfrm>
        </p:spPr>
        <p:txBody>
          <a:bodyPr anchor="ctr"/>
          <a:lstStyle>
            <a:lvl1pPr>
              <a:defRPr>
                <a:solidFill>
                  <a:schemeClr val="tx1"/>
                </a:solidFill>
                <a:effectLst/>
              </a:defRPr>
            </a:lvl1pPr>
          </a:lstStyle>
          <a:p>
            <a:fld id="{A9CDFD29-FFB5-5E4C-A3A1-61291350E997}" type="datetime1">
              <a:rPr lang="en-US" smtClean="0"/>
              <a:pPr/>
              <a:t>2/13/2026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2514600" y="322731"/>
            <a:ext cx="7162800" cy="283464"/>
          </a:xfrm>
        </p:spPr>
        <p:txBody>
          <a:bodyPr anchor="ctr"/>
          <a:lstStyle>
            <a:lvl1pPr algn="ctr">
              <a:defRPr/>
            </a:lvl1pPr>
          </a:lstStyle>
          <a:p>
            <a:pPr algn="ctr"/>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668000" y="322731"/>
            <a:ext cx="914400" cy="283464"/>
          </a:xfrm>
        </p:spPr>
        <p:txBody>
          <a:bodyPr anchor="ctr"/>
          <a:lstStyle/>
          <a:p>
            <a:fld id="{AEAA3239-9EA4-4A65-A281-97F994456D9F}" type="slidenum">
              <a:rPr lang="en-US" smtClean="0"/>
              <a:t>‹#›</a:t>
            </a:fld>
            <a:endParaRPr lang="en-US"/>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609600" y="609600"/>
            <a:ext cx="6534582" cy="56388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solidFill>
                  <a:schemeClr val="bg1"/>
                </a:solidFill>
              </a:defRPr>
            </a:lvl1pPr>
          </a:lstStyle>
          <a:p>
            <a:r>
              <a:rPr lang="en-US"/>
              <a:t>   </a:t>
            </a:r>
          </a:p>
        </p:txBody>
      </p:sp>
    </p:spTree>
    <p:extLst>
      <p:ext uri="{BB962C8B-B14F-4D97-AF65-F5344CB8AC3E}">
        <p14:creationId xmlns:p14="http://schemas.microsoft.com/office/powerpoint/2010/main" val="397679554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29600" y="1411358"/>
            <a:ext cx="3352800" cy="2845567"/>
          </a:xfrm>
        </p:spPr>
        <p:txBody>
          <a:bodyPr vert="horz" lIns="91440" tIns="45720" rIns="91440" bIns="45720" rtlCol="0" anchor="t">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28973" y="4403039"/>
            <a:ext cx="3347330" cy="1123122"/>
          </a:xfrm>
        </p:spPr>
        <p:txBody>
          <a:bodyPr vert="horz" lIns="91440" tIns="45720" rIns="91440" bIns="45720" rtlCol="0">
            <a:normAutofit/>
          </a:bodyPr>
          <a:lstStyle>
            <a:lvl1pPr marL="0" indent="0">
              <a:buNone/>
              <a:defRPr lang="en-US" sz="14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09599" y="322731"/>
            <a:ext cx="914401" cy="286868"/>
          </a:xfrm>
        </p:spPr>
        <p:txBody>
          <a:bodyPr anchor="ctr"/>
          <a:lstStyle>
            <a:lvl1pPr>
              <a:defRPr>
                <a:solidFill>
                  <a:schemeClr val="tx1"/>
                </a:solidFill>
                <a:effectLst/>
              </a:defRPr>
            </a:lvl1pPr>
          </a:lstStyle>
          <a:p>
            <a:fld id="{5AD90C4C-EC35-9F49-A5FC-AB491103133B}" type="datetime1">
              <a:rPr lang="en-US" smtClean="0"/>
              <a:pPr/>
              <a:t>2/13/2026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2514600" y="322731"/>
            <a:ext cx="7162800" cy="286869"/>
          </a:xfrm>
        </p:spPr>
        <p:txBody>
          <a:bodyPr anchor="ct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668000" y="322731"/>
            <a:ext cx="914400" cy="286869"/>
          </a:xfrm>
        </p:spPr>
        <p:txBody>
          <a:bodyPr anchor="ctr"/>
          <a:lstStyle/>
          <a:p>
            <a:fld id="{AEAA3239-9EA4-4A65-A281-97F994456D9F}" type="slidenum">
              <a:rPr lang="en-US" smtClean="0"/>
              <a:t>‹#›</a:t>
            </a:fld>
            <a:endParaRPr lang="en-US"/>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609599" y="1371600"/>
            <a:ext cx="7239001" cy="48768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06088858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1371600"/>
            <a:ext cx="3892269" cy="3276599"/>
          </a:xfrm>
        </p:spPr>
        <p:txBody>
          <a:bodyPr vert="horz" lIns="91440" tIns="45720" rIns="91440" bIns="45720" rtlCol="0" anchor="t">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032606"/>
            <a:ext cx="3177209" cy="871237"/>
          </a:xfrm>
        </p:spPr>
        <p:txBody>
          <a:bodyPr vert="horz" lIns="91440" tIns="45720" rIns="91440" bIns="45720" rtlCol="0" anchor="b">
            <a:normAutofit/>
          </a:bodyPr>
          <a:lstStyle>
            <a:lvl1pPr marL="0" indent="0">
              <a:buNone/>
              <a:defRPr lang="en-US" sz="14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609600" y="322731"/>
            <a:ext cx="914400" cy="283464"/>
          </a:xfrm>
        </p:spPr>
        <p:txBody>
          <a:bodyPr anchor="ctr"/>
          <a:lstStyle/>
          <a:p>
            <a:fld id="{78CB4899-0840-CC44-85D3-71ECAD1E996D}" type="datetime1">
              <a:rPr lang="en-US" smtClean="0"/>
              <a:t>2/13/2026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514600" y="322731"/>
            <a:ext cx="7162800" cy="283464"/>
          </a:xfrm>
        </p:spPr>
        <p:txBody>
          <a:bodyPr anchor="ct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10668000" y="322731"/>
            <a:ext cx="914399" cy="283464"/>
          </a:xfrm>
        </p:spPr>
        <p:txBody>
          <a:bodyPr anchor="ct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111574" y="1371600"/>
            <a:ext cx="6470826" cy="48768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2393119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1371600"/>
            <a:ext cx="10049256" cy="3505200"/>
          </a:xfrm>
        </p:spPr>
        <p:txBody>
          <a:bodyPr vert="horz" lIns="91440" tIns="45720" rIns="91440" bIns="45720" rtlCol="0" anchor="t">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876800"/>
            <a:ext cx="7769354" cy="1371600"/>
          </a:xfrm>
        </p:spPr>
        <p:txBody>
          <a:bodyPr vert="horz" lIns="91440" tIns="45720" rIns="91440" bIns="45720" rtlCol="0" anchor="b">
            <a:normAutofit/>
          </a:bodyPr>
          <a:lstStyle>
            <a:lvl1pPr marL="0" indent="0">
              <a:buNone/>
              <a:defRPr lang="en-US" sz="24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CC2392D-0077-F644-8130-034B3DFB395E}" type="datetime1">
              <a:rPr lang="en-US" smtClean="0"/>
              <a:t>2/13/2026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15856995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401420"/>
            <a:ext cx="9140954" cy="2836729"/>
          </a:xfrm>
        </p:spPr>
        <p:txBody>
          <a:bodyPr vert="horz" lIns="91440" tIns="45720" rIns="91440" bIns="45720" rtlCol="0" anchor="b">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622197"/>
            <a:ext cx="7312153" cy="1014984"/>
          </a:xfrm>
        </p:spPr>
        <p:txBody>
          <a:bodyPr vert="horz" lIns="91440" tIns="45720" rIns="91440" bIns="45720" rtlCol="0">
            <a:normAutofit/>
          </a:bodyPr>
          <a:lstStyle>
            <a:lvl1pPr marL="0" indent="0">
              <a:buNone/>
              <a:defRPr lang="en-US" sz="24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09601" y="322731"/>
            <a:ext cx="914400" cy="286869"/>
          </a:xfrm>
        </p:spPr>
        <p:txBody>
          <a:bodyPr/>
          <a:lstStyle/>
          <a:p>
            <a:fld id="{77A8726F-B689-A441-A2A1-59D86A20A71A}" type="datetime1">
              <a:rPr lang="en-US" smtClean="0"/>
              <a:t>2/13/2026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2517649" y="322731"/>
            <a:ext cx="7150608" cy="286869"/>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661904" y="322731"/>
            <a:ext cx="914400" cy="286869"/>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52228591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71600"/>
            <a:ext cx="8229600" cy="2567855"/>
          </a:xfrm>
        </p:spPr>
        <p:txBody>
          <a:bodyPr anchor="b">
            <a:normAutofit/>
          </a:bodyPr>
          <a:lstStyle>
            <a:lvl1pPr algn="ctr">
              <a:defRPr sz="32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375642"/>
            <a:ext cx="7588155" cy="1029310"/>
          </a:xfrm>
        </p:spPr>
        <p:txBody>
          <a:bodyPr>
            <a:normAutofit/>
          </a:bodyPr>
          <a:lstStyle>
            <a:lvl1pPr marL="0" indent="0" algn="ctr">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3B83094-03F5-134C-98DB-9677E01C2D51}" type="datetime1">
              <a:rPr lang="en-US" smtClean="0"/>
              <a:t>2/13/2026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2520696" y="322731"/>
            <a:ext cx="7150608" cy="286869"/>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8146815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417671"/>
            <a:ext cx="7909560" cy="4830729"/>
          </a:xfrm>
        </p:spPr>
        <p:txBody>
          <a:bodyPr vert="horz" lIns="91440" tIns="45720" rIns="91440" bIns="45720" rtlCol="0" anchor="b">
            <a:normAutofit/>
          </a:bodyPr>
          <a:lstStyle>
            <a:lvl1pPr>
              <a:defRPr lang="en-US" sz="3200" dirty="0">
                <a:solidFill>
                  <a:schemeClr val="tx1"/>
                </a:solidFill>
              </a:defRPr>
            </a:lvl1pPr>
          </a:lstStyle>
          <a:p>
            <a:pPr lvl="0"/>
            <a:r>
              <a:rPr lang="en-US"/>
              <a:t>Section Header</a:t>
            </a:r>
          </a:p>
        </p:txBody>
      </p:sp>
      <p:sp>
        <p:nvSpPr>
          <p:cNvPr id="3" name="Date Placeholder 2">
            <a:extLst>
              <a:ext uri="{FF2B5EF4-FFF2-40B4-BE49-F238E27FC236}">
                <a16:creationId xmlns:a16="http://schemas.microsoft.com/office/drawing/2014/main" id="{171F2818-3D93-3C9A-E504-3D8A33F2BA9D}"/>
              </a:ext>
            </a:extLst>
          </p:cNvPr>
          <p:cNvSpPr>
            <a:spLocks noGrp="1"/>
          </p:cNvSpPr>
          <p:nvPr>
            <p:ph type="dt" sz="half" idx="10"/>
          </p:nvPr>
        </p:nvSpPr>
        <p:spPr/>
        <p:txBody>
          <a:bodyPr/>
          <a:lstStyle/>
          <a:p>
            <a:fld id="{AB91AFAB-BFD9-6C45-80AC-C5C8DBC06AB9}" type="datetime1">
              <a:rPr lang="en-US" smtClean="0"/>
              <a:pPr/>
              <a:t>2/13/2026</a:t>
            </a:fld>
            <a:endParaRPr lang="en-US"/>
          </a:p>
        </p:txBody>
      </p:sp>
      <p:sp>
        <p:nvSpPr>
          <p:cNvPr id="7" name="Footer Placeholder 6">
            <a:extLst>
              <a:ext uri="{FF2B5EF4-FFF2-40B4-BE49-F238E27FC236}">
                <a16:creationId xmlns:a16="http://schemas.microsoft.com/office/drawing/2014/main" id="{40C970B7-D89D-4042-9AC8-32C22BDD29AD}"/>
              </a:ext>
            </a:extLst>
          </p:cNvPr>
          <p:cNvSpPr>
            <a:spLocks noGrp="1"/>
          </p:cNvSpPr>
          <p:nvPr>
            <p:ph type="ftr" sz="quarter" idx="11"/>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A7A35D86-D074-E057-C950-943CC0E1CBA4}"/>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31996450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8066" y="1371600"/>
            <a:ext cx="8470605" cy="1041436"/>
          </a:xfrm>
        </p:spPr>
        <p:txBody>
          <a:bodyPr anchor="t">
            <a:normAutofit/>
          </a:bodyPr>
          <a:lstStyle>
            <a:lvl1pPr>
              <a:defRPr sz="3200"/>
            </a:lvl1pPr>
          </a:lstStyle>
          <a:p>
            <a:r>
              <a:rPr lang="en-US"/>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B41FC7B3-519C-E849-98DE-1570CA360AEF}" type="datetime1">
              <a:rPr lang="en-US" smtClean="0"/>
              <a:t>2/13/2026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 y="2797083"/>
            <a:ext cx="8470605" cy="3451317"/>
          </a:xfrm>
        </p:spPr>
        <p:txBody>
          <a:bodyPr>
            <a:normAutofit/>
          </a:bodyPr>
          <a:lstStyle>
            <a:lvl1pPr marL="457200" indent="-457200">
              <a:buFont typeface="+mj-lt"/>
              <a:buAutoNum type="arabicPeriod"/>
              <a:defRPr sz="1400"/>
            </a:lvl1pPr>
            <a:lvl2pPr marL="685800" indent="-4572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800919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659795" y="1371600"/>
            <a:ext cx="5916508" cy="1052105"/>
          </a:xfrm>
        </p:spPr>
        <p:txBody>
          <a:bodyPr anchor="t">
            <a:normAutofit/>
          </a:bodyPr>
          <a:lstStyle>
            <a:lvl1pPr>
              <a:defRPr sz="3200"/>
            </a:lvl1pPr>
          </a:lstStyle>
          <a:p>
            <a:r>
              <a:rPr lang="en-US"/>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09601" y="322731"/>
            <a:ext cx="914400" cy="283464"/>
          </a:xfrm>
        </p:spPr>
        <p:txBody>
          <a:bodyPr/>
          <a:lstStyle/>
          <a:p>
            <a:fld id="{4FA1B4DA-FC2A-2A4B-BB93-422236BFCC82}" type="datetime1">
              <a:rPr lang="en-US" smtClean="0"/>
              <a:t>2/13/2026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2514600" y="322731"/>
            <a:ext cx="7162800" cy="283464"/>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668000" y="322731"/>
            <a:ext cx="908304" cy="283464"/>
          </a:xfr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09600" y="1371599"/>
            <a:ext cx="4663806" cy="4876801"/>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59796" y="2807753"/>
            <a:ext cx="5916507" cy="3440647"/>
          </a:xfrm>
        </p:spPr>
        <p:txBody>
          <a:bodyPr>
            <a:normAutofit/>
          </a:bodyPr>
          <a:lstStyle>
            <a:lvl1pPr marL="457200" indent="-4572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676078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34031" y="1371600"/>
            <a:ext cx="2441448" cy="4876800"/>
          </a:xfrm>
        </p:spPr>
        <p:txBody>
          <a:bodyPr anchor="t">
            <a:normAutofit/>
          </a:bodyPr>
          <a:lstStyle>
            <a:lvl1pPr>
              <a:defRPr sz="2400"/>
            </a:lvl1pPr>
          </a:lstStyle>
          <a:p>
            <a:r>
              <a:rPr lang="en-US"/>
              <a:t>Click to edit Master title style</a:t>
            </a:r>
          </a:p>
        </p:txBody>
      </p:sp>
      <p:sp>
        <p:nvSpPr>
          <p:cNvPr id="8" name="Date Placeholder 2">
            <a:extLst>
              <a:ext uri="{FF2B5EF4-FFF2-40B4-BE49-F238E27FC236}">
                <a16:creationId xmlns:a16="http://schemas.microsoft.com/office/drawing/2014/main" id="{4C796253-2EF8-E90A-A94F-8CFC6E39EE48}"/>
              </a:ext>
            </a:extLst>
          </p:cNvPr>
          <p:cNvSpPr>
            <a:spLocks noGrp="1"/>
          </p:cNvSpPr>
          <p:nvPr>
            <p:ph type="dt" sz="half" idx="10"/>
          </p:nvPr>
        </p:nvSpPr>
        <p:spPr>
          <a:xfrm>
            <a:off x="609601" y="322731"/>
            <a:ext cx="914400" cy="286869"/>
          </a:xfrm>
        </p:spPr>
        <p:txBody>
          <a:bodyPr/>
          <a:lstStyle/>
          <a:p>
            <a:fld id="{68990AF2-BBF9-064C-A54C-82006111CD50}" type="datetime1">
              <a:rPr lang="en-US" smtClean="0"/>
              <a:t>2/13/2026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2514600" y="322731"/>
            <a:ext cx="7162800" cy="286869"/>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668000" y="322731"/>
            <a:ext cx="908304" cy="286869"/>
          </a:xfr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3460625" y="1371599"/>
            <a:ext cx="5272821" cy="4876801"/>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9134856" y="1371600"/>
            <a:ext cx="2441448" cy="4876800"/>
          </a:xfrm>
        </p:spPr>
        <p:txBody>
          <a:bodyPr>
            <a:normAutofit/>
          </a:bodyPr>
          <a:lstStyle>
            <a:lvl1pPr marL="457200" indent="-4572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10884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90911" y="2133600"/>
            <a:ext cx="6623436" cy="1070776"/>
          </a:xfrm>
        </p:spPr>
        <p:txBody>
          <a:bodyPr anchor="b">
            <a:normAutofit/>
          </a:bodyPr>
          <a:lstStyle>
            <a:lvl1pPr algn="ctr">
              <a:defRPr sz="32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D022478-D1C1-CA41-9C15-965BC1BF2A83}" type="datetime1">
              <a:rPr lang="en-US" smtClean="0"/>
              <a:t>2/13/2026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768786" y="3588424"/>
            <a:ext cx="4659735" cy="1645198"/>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60343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543291" y="1373986"/>
            <a:ext cx="3493858" cy="3456894"/>
          </a:xfrm>
        </p:spPr>
        <p:txBody>
          <a:bodyPr anchor="t">
            <a:normAutofit/>
          </a:bodyPr>
          <a:lstStyle>
            <a:lvl1pPr>
              <a:defRPr sz="24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66599FE-50E1-0448-9CE9-0FFDB833ED7F}" type="datetime1">
              <a:rPr lang="en-US" smtClean="0"/>
              <a:t>2/13/2026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373986"/>
            <a:ext cx="4956175" cy="3461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061577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anchor="t">
            <a:normAutofit/>
          </a:bodyPr>
          <a:lstStyle>
            <a:lvl1pPr>
              <a:defRPr sz="24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52DEE9F-D3D3-2547-98ED-D53729F46FAB}" type="datetime1">
              <a:rPr lang="en-US" smtClean="0"/>
              <a:t>2/13/2026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22181" y="1389134"/>
            <a:ext cx="627922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45275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1371600"/>
            <a:ext cx="3496147" cy="4876800"/>
          </a:xfrm>
        </p:spPr>
        <p:txBody>
          <a:bodyPr anchor="t">
            <a:normAutofit/>
          </a:bodyPr>
          <a:lstStyle>
            <a:lvl1pPr>
              <a:defRPr sz="24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FED1063-9B4B-C746-8BF6-EADD199448D7}" type="datetime1">
              <a:rPr lang="en-US" smtClean="0"/>
              <a:t>2/13/2026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94872" y="1371600"/>
            <a:ext cx="7081431"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17898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600" y="1371600"/>
            <a:ext cx="3349754" cy="2721451"/>
          </a:xfrm>
        </p:spPr>
        <p:txBody>
          <a:bodyPr anchor="t">
            <a:normAutofit/>
          </a:bodyPr>
          <a:lstStyle>
            <a:lvl1pPr>
              <a:defRPr sz="24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09600" y="322731"/>
            <a:ext cx="914400" cy="286869"/>
          </a:xfrm>
        </p:spPr>
        <p:txBody>
          <a:bodyPr/>
          <a:lstStyle/>
          <a:p>
            <a:fld id="{5E88F922-4292-3D4A-9C44-F6DF5631C5F4}" type="datetime1">
              <a:rPr lang="en-US" smtClean="0"/>
              <a:t>2/13/2026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343402" y="1371600"/>
            <a:ext cx="7232901"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32398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600" y="1371600"/>
            <a:ext cx="4352926" cy="766774"/>
          </a:xfrm>
        </p:spPr>
        <p:txBody>
          <a:bodyPr anchor="t">
            <a:normAutofit/>
          </a:bodyPr>
          <a:lstStyle>
            <a:lvl1pPr>
              <a:defRPr sz="2400"/>
            </a:lvl1pPr>
          </a:lstStyle>
          <a:p>
            <a:r>
              <a:rPr lang="en-US"/>
              <a:t>Click to edit Master title style</a:t>
            </a:r>
          </a:p>
        </p:txBody>
      </p:sp>
      <p:sp>
        <p:nvSpPr>
          <p:cNvPr id="7" name="Subtitle 2">
            <a:extLst>
              <a:ext uri="{FF2B5EF4-FFF2-40B4-BE49-F238E27FC236}">
                <a16:creationId xmlns:a16="http://schemas.microsoft.com/office/drawing/2014/main" id="{684DE9B9-A2D7-1C5E-03A8-327B24C29FD9}"/>
              </a:ext>
            </a:extLst>
          </p:cNvPr>
          <p:cNvSpPr>
            <a:spLocks noGrp="1"/>
          </p:cNvSpPr>
          <p:nvPr>
            <p:ph type="subTitle" idx="1"/>
          </p:nvPr>
        </p:nvSpPr>
        <p:spPr>
          <a:xfrm>
            <a:off x="634029" y="2522423"/>
            <a:ext cx="4328497" cy="3700576"/>
          </a:xfrm>
        </p:spPr>
        <p:txBody>
          <a:bodyPr vert="horz" lIns="91440" tIns="45720" rIns="91440" bIns="45720" rtlCol="0" anchor="b">
            <a:normAutofit/>
          </a:bodyPr>
          <a:lstStyle>
            <a:lvl1pPr marL="0" indent="0">
              <a:buNone/>
              <a:defRPr lang="en-US" sz="14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09600" y="322731"/>
            <a:ext cx="914400" cy="286869"/>
          </a:xfrm>
        </p:spPr>
        <p:txBody>
          <a:bodyPr/>
          <a:lstStyle/>
          <a:p>
            <a:fld id="{4D690746-231E-0A4B-96EF-11FCE376DFC7}" type="datetime1">
              <a:rPr lang="en-US" smtClean="0"/>
              <a:t>2/13/2026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819894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50289" y="1371601"/>
            <a:ext cx="6632111" cy="606888"/>
          </a:xfrm>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609600" y="322731"/>
            <a:ext cx="914400" cy="283464"/>
          </a:xfrm>
        </p:spPr>
        <p:txBody>
          <a:bodyPr/>
          <a:lstStyle/>
          <a:p>
            <a:fld id="{C7436EE9-2482-7D4A-8C38-D7065D694086}" type="datetime1">
              <a:rPr lang="en-US" smtClean="0"/>
              <a:t>2/13/2026</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0661904" y="322731"/>
            <a:ext cx="914400" cy="283464"/>
          </a:xfrm>
        </p:spPr>
        <p:txBody>
          <a:bodyPr/>
          <a:lstStyle/>
          <a:p>
            <a:fld id="{AEAA3239-9EA4-4A65-A281-97F994456D9F}" type="slidenum">
              <a:rPr lang="en-US" smtClean="0"/>
              <a:t>‹#›</a:t>
            </a:fld>
            <a:endParaRPr lang="en-US"/>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609600" y="1371599"/>
            <a:ext cx="3950854" cy="48768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50290" y="2362534"/>
            <a:ext cx="6626014" cy="39015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522203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1371599"/>
            <a:ext cx="6632111" cy="606888"/>
          </a:xfrm>
        </p:spPr>
        <p:txBody>
          <a:bodyPr anchor="t"/>
          <a:lstStyle/>
          <a:p>
            <a:r>
              <a:rPr lang="en-US"/>
              <a:t>Click to edit Master title style</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609600" y="322731"/>
            <a:ext cx="914400" cy="283464"/>
          </a:xfrm>
        </p:spPr>
        <p:txBody>
          <a:bodyPr/>
          <a:lstStyle/>
          <a:p>
            <a:fld id="{1930C433-7977-8047-A6EC-0D2B194509AF}" type="datetime1">
              <a:rPr lang="en-US" smtClean="0"/>
              <a:t>2/13/2026</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2514600" y="322731"/>
            <a:ext cx="7162799" cy="283464"/>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0653334" y="322731"/>
            <a:ext cx="914400" cy="283464"/>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2362534"/>
            <a:ext cx="6631984" cy="388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13">
            <a:extLst>
              <a:ext uri="{FF2B5EF4-FFF2-40B4-BE49-F238E27FC236}">
                <a16:creationId xmlns:a16="http://schemas.microsoft.com/office/drawing/2014/main" id="{D62B7BD4-B0D6-F90A-8AD2-9FA1574A17A8}"/>
              </a:ext>
            </a:extLst>
          </p:cNvPr>
          <p:cNvSpPr>
            <a:spLocks noGrp="1"/>
          </p:cNvSpPr>
          <p:nvPr>
            <p:ph type="pic" sz="quarter" idx="18" hasCustomPrompt="1"/>
          </p:nvPr>
        </p:nvSpPr>
        <p:spPr>
          <a:xfrm>
            <a:off x="7616880" y="1371599"/>
            <a:ext cx="3950854" cy="48768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3028768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10118" y="1371600"/>
            <a:ext cx="7172282" cy="606886"/>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609600" y="322731"/>
            <a:ext cx="914400" cy="283464"/>
          </a:xfrm>
        </p:spPr>
        <p:txBody>
          <a:bodyPr/>
          <a:lstStyle/>
          <a:p>
            <a:fld id="{178655E5-2AD7-DB48-985A-48912BD1DDD3}" type="datetime1">
              <a:rPr lang="en-US" smtClean="0"/>
              <a:t>2/13/2026</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0668000" y="322731"/>
            <a:ext cx="914400" cy="283464"/>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 y="1371600"/>
            <a:ext cx="3413760" cy="4876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410118" y="2362534"/>
            <a:ext cx="7172282" cy="388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759305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1371600"/>
            <a:ext cx="7166187" cy="606886"/>
          </a:xfrm>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a:lstStyle/>
          <a:p>
            <a:fld id="{87681AC7-A57B-7C4F-87C6-9184BA9FDCB8}" type="datetime1">
              <a:rPr lang="en-US" smtClean="0"/>
              <a:t>2/13/2026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4953" y="322731"/>
            <a:ext cx="914400" cy="283464"/>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362534"/>
            <a:ext cx="7166188" cy="388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0">
            <a:extLst>
              <a:ext uri="{FF2B5EF4-FFF2-40B4-BE49-F238E27FC236}">
                <a16:creationId xmlns:a16="http://schemas.microsoft.com/office/drawing/2014/main" id="{3B8151E2-ED8A-E9B1-A83A-CF01A37B5F98}"/>
              </a:ext>
            </a:extLst>
          </p:cNvPr>
          <p:cNvSpPr>
            <a:spLocks noGrp="1"/>
          </p:cNvSpPr>
          <p:nvPr>
            <p:ph type="pic" sz="quarter" idx="13" hasCustomPrompt="1"/>
          </p:nvPr>
        </p:nvSpPr>
        <p:spPr>
          <a:xfrm>
            <a:off x="8165593" y="1373529"/>
            <a:ext cx="3413760" cy="48768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9709913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904077" y="1371599"/>
            <a:ext cx="4667987" cy="606887"/>
          </a:xfrm>
        </p:spPr>
        <p:txBody>
          <a:bodyPr anchor="t">
            <a:normAutofit/>
          </a:bodyPr>
          <a:lstStyle>
            <a:lvl1pPr>
              <a:defRPr sz="2400"/>
            </a:lvl1pPr>
          </a:lstStyle>
          <a:p>
            <a:r>
              <a:rPr lang="en-US"/>
              <a:t>Click to edit Master title style</a:t>
            </a:r>
          </a:p>
        </p:txBody>
      </p:sp>
      <p:sp>
        <p:nvSpPr>
          <p:cNvPr id="9" name="Date Placeholder 4">
            <a:extLst>
              <a:ext uri="{FF2B5EF4-FFF2-40B4-BE49-F238E27FC236}">
                <a16:creationId xmlns:a16="http://schemas.microsoft.com/office/drawing/2014/main" id="{ADD95619-B63B-77E6-BE04-262FAAD12CB4}"/>
              </a:ext>
            </a:extLst>
          </p:cNvPr>
          <p:cNvSpPr>
            <a:spLocks noGrp="1"/>
          </p:cNvSpPr>
          <p:nvPr>
            <p:ph type="dt" sz="half" idx="10"/>
          </p:nvPr>
        </p:nvSpPr>
        <p:spPr>
          <a:xfrm>
            <a:off x="609600" y="322731"/>
            <a:ext cx="914400" cy="283464"/>
          </a:xfrm>
        </p:spPr>
        <p:txBody>
          <a:bodyPr/>
          <a:lstStyle>
            <a:lvl1pPr>
              <a:defRPr>
                <a:solidFill>
                  <a:schemeClr val="tx1"/>
                </a:solidFill>
                <a:effectLst/>
              </a:defRPr>
            </a:lvl1pPr>
          </a:lstStyle>
          <a:p>
            <a:fld id="{C5F0E426-6024-3E43-96DD-1F5B59277B94}" type="datetime1">
              <a:rPr lang="en-US" smtClean="0"/>
              <a:pPr/>
              <a:t>2/13/2026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14600" y="322731"/>
            <a:ext cx="7162800" cy="283464"/>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668001" y="322731"/>
            <a:ext cx="914400" cy="283464"/>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599" y="1371600"/>
            <a:ext cx="5882642" cy="4876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906805" y="2362535"/>
            <a:ext cx="4675596" cy="388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558139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1371600"/>
            <a:ext cx="4700225" cy="606887"/>
          </a:xfrm>
        </p:spPr>
        <p:txBody>
          <a:bodyPr anchor="t">
            <a:normAutofit/>
          </a:bodyPr>
          <a:lstStyle>
            <a:lvl1pPr>
              <a:defRPr sz="2400"/>
            </a:lvl1pPr>
          </a:lstStyle>
          <a:p>
            <a:r>
              <a:rPr lang="en-US"/>
              <a:t>Click to edit Master title style</a:t>
            </a:r>
          </a:p>
        </p:txBody>
      </p:sp>
      <p:sp>
        <p:nvSpPr>
          <p:cNvPr id="10" name="Date Placeholder 4">
            <a:extLst>
              <a:ext uri="{FF2B5EF4-FFF2-40B4-BE49-F238E27FC236}">
                <a16:creationId xmlns:a16="http://schemas.microsoft.com/office/drawing/2014/main" id="{84676EBB-6E0A-AD72-143B-39A640FF3585}"/>
              </a:ext>
            </a:extLst>
          </p:cNvPr>
          <p:cNvSpPr>
            <a:spLocks noGrp="1"/>
          </p:cNvSpPr>
          <p:nvPr>
            <p:ph type="dt" sz="half" idx="10"/>
          </p:nvPr>
        </p:nvSpPr>
        <p:spPr>
          <a:xfrm>
            <a:off x="609600" y="322731"/>
            <a:ext cx="914400" cy="283464"/>
          </a:xfrm>
        </p:spPr>
        <p:txBody>
          <a:bodyPr/>
          <a:lstStyle>
            <a:lvl1pPr>
              <a:defRPr>
                <a:solidFill>
                  <a:schemeClr val="tx1"/>
                </a:solidFill>
              </a:defRPr>
            </a:lvl1pPr>
          </a:lstStyle>
          <a:p>
            <a:fld id="{DC22EB7D-C564-6749-AC31-25EED6E8F3FA}" type="datetime1">
              <a:rPr lang="en-US" smtClean="0"/>
              <a:pPr/>
              <a:t>2/13/2026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14600" y="322731"/>
            <a:ext cx="7162800" cy="283464"/>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668000" y="322731"/>
            <a:ext cx="914400" cy="283464"/>
          </a:xfrm>
        </p:spPr>
        <p:txBody>
          <a:bodyPr/>
          <a:lstStyle>
            <a:lvl1pPr>
              <a:defRPr>
                <a:solidFill>
                  <a:schemeClr val="tx1"/>
                </a:solidFill>
                <a:effectLst/>
              </a:defRPr>
            </a:lvl1pPr>
          </a:lstStyle>
          <a:p>
            <a:fld id="{AEAA3239-9EA4-4A65-A281-97F994456D9F}" type="slidenum">
              <a:rPr lang="en-US" smtClean="0"/>
              <a:pPr/>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362534"/>
            <a:ext cx="4700225" cy="388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0">
            <a:extLst>
              <a:ext uri="{FF2B5EF4-FFF2-40B4-BE49-F238E27FC236}">
                <a16:creationId xmlns:a16="http://schemas.microsoft.com/office/drawing/2014/main" id="{87DB94FD-8F2A-F0DB-71EB-3565077D4A20}"/>
              </a:ext>
            </a:extLst>
          </p:cNvPr>
          <p:cNvSpPr>
            <a:spLocks noGrp="1"/>
          </p:cNvSpPr>
          <p:nvPr>
            <p:ph type="pic" sz="quarter" idx="15" hasCustomPrompt="1"/>
          </p:nvPr>
        </p:nvSpPr>
        <p:spPr>
          <a:xfrm>
            <a:off x="5699758" y="1371600"/>
            <a:ext cx="5882642" cy="48768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068431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1371599"/>
            <a:ext cx="3363514" cy="914401"/>
          </a:xfrm>
        </p:spPr>
        <p:txBody>
          <a:bodyPr anchor="t">
            <a:normAutofit/>
          </a:bodyPr>
          <a:lstStyle>
            <a:lvl1pPr>
              <a:defRPr sz="2400"/>
            </a:lvl1pPr>
          </a:lstStyle>
          <a:p>
            <a:r>
              <a:rPr lang="en-US"/>
              <a:t>Click to edit Master title style</a:t>
            </a:r>
          </a:p>
        </p:txBody>
      </p:sp>
      <p:sp>
        <p:nvSpPr>
          <p:cNvPr id="6" name="Date Placeholder 3">
            <a:extLst>
              <a:ext uri="{FF2B5EF4-FFF2-40B4-BE49-F238E27FC236}">
                <a16:creationId xmlns:a16="http://schemas.microsoft.com/office/drawing/2014/main" id="{CBA07C19-A01D-B0B9-930B-9E9E7D2E653C}"/>
              </a:ext>
            </a:extLst>
          </p:cNvPr>
          <p:cNvSpPr>
            <a:spLocks noGrp="1"/>
          </p:cNvSpPr>
          <p:nvPr>
            <p:ph type="dt" sz="half" idx="15"/>
          </p:nvPr>
        </p:nvSpPr>
        <p:spPr>
          <a:xfrm>
            <a:off x="609600" y="322731"/>
            <a:ext cx="914400" cy="283464"/>
          </a:xfrm>
        </p:spPr>
        <p:txBody>
          <a:bodyPr/>
          <a:lstStyle/>
          <a:p>
            <a:fld id="{5657B98C-52F2-1543-901E-227789B00053}" type="datetime1">
              <a:rPr lang="en-US" smtClean="0"/>
              <a:t>2/13/2026</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2514600" y="322731"/>
            <a:ext cx="7162799"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0661903" y="322731"/>
            <a:ext cx="914400" cy="283464"/>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 y="1371600"/>
            <a:ext cx="7197978" cy="4876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8887" y="2670047"/>
            <a:ext cx="3363513" cy="35783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539096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1371599"/>
            <a:ext cx="3363513" cy="914401"/>
          </a:xfrm>
        </p:spPr>
        <p:txBody>
          <a:bodyPr anchor="t">
            <a:normAutofit/>
          </a:bodyPr>
          <a:lstStyle>
            <a:lvl1pPr>
              <a:defRPr sz="2400"/>
            </a:lvl1pPr>
          </a:lstStyle>
          <a:p>
            <a:r>
              <a:rPr lang="en-US"/>
              <a:t>Click to edit Master title style</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609600" y="322731"/>
            <a:ext cx="914400" cy="283464"/>
          </a:xfrm>
        </p:spPr>
        <p:txBody>
          <a:bodyPr/>
          <a:lstStyle/>
          <a:p>
            <a:fld id="{54C684B5-7E10-5345-8018-91143AB5D141}" type="datetime1">
              <a:rPr lang="en-US" smtClean="0"/>
              <a:t>2/13/2026</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0661776" y="322731"/>
            <a:ext cx="914400" cy="283464"/>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5" y="2670047"/>
            <a:ext cx="3363386" cy="35783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0">
            <a:extLst>
              <a:ext uri="{FF2B5EF4-FFF2-40B4-BE49-F238E27FC236}">
                <a16:creationId xmlns:a16="http://schemas.microsoft.com/office/drawing/2014/main" id="{158FD965-81B2-7E47-FC2D-2FFFA61C3D06}"/>
              </a:ext>
            </a:extLst>
          </p:cNvPr>
          <p:cNvSpPr>
            <a:spLocks noGrp="1"/>
          </p:cNvSpPr>
          <p:nvPr>
            <p:ph type="pic" sz="quarter" idx="18" hasCustomPrompt="1"/>
          </p:nvPr>
        </p:nvSpPr>
        <p:spPr>
          <a:xfrm>
            <a:off x="4378198" y="1371600"/>
            <a:ext cx="7197978" cy="48768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1726664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1371600"/>
            <a:ext cx="2699254" cy="1836503"/>
          </a:xfrm>
        </p:spPr>
        <p:txBody>
          <a:bodyPr anchor="t"/>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 y="322731"/>
            <a:ext cx="914400" cy="283464"/>
          </a:xfrm>
        </p:spPr>
        <p:txBody>
          <a:bodyPr/>
          <a:lstStyle>
            <a:lvl1pPr>
              <a:defRPr>
                <a:solidFill>
                  <a:schemeClr val="tx1"/>
                </a:solidFill>
                <a:effectLst/>
              </a:defRPr>
            </a:lvl1pPr>
          </a:lstStyle>
          <a:p>
            <a:fld id="{16978E53-E651-054A-8505-0A138A2E0C54}" type="datetime1">
              <a:rPr lang="en-US" smtClean="0"/>
              <a:pPr/>
              <a:t>2/13/2026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14601" y="322731"/>
            <a:ext cx="7162800" cy="283464"/>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668001" y="322731"/>
            <a:ext cx="914400" cy="283464"/>
          </a:xfr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15697" y="1371600"/>
            <a:ext cx="7885606" cy="48768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3147" y="3592150"/>
            <a:ext cx="2699254"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075567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1371600"/>
            <a:ext cx="2699254" cy="1858941"/>
          </a:xfrm>
        </p:spPr>
        <p:txBody>
          <a:bodyPr anchor="t"/>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 y="322731"/>
            <a:ext cx="914400" cy="283464"/>
          </a:xfrm>
        </p:spPr>
        <p:txBody>
          <a:bodyPr/>
          <a:lstStyle>
            <a:lvl1pPr>
              <a:defRPr>
                <a:solidFill>
                  <a:schemeClr val="tx1"/>
                </a:solidFill>
                <a:effectLst/>
              </a:defRPr>
            </a:lvl1pPr>
          </a:lstStyle>
          <a:p>
            <a:fld id="{3E94D065-03B1-A54C-8DDE-2EC9A861D4D4}" type="datetime1">
              <a:rPr lang="en-US" smtClean="0"/>
              <a:pPr/>
              <a:t>2/13/2026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14600" y="322731"/>
            <a:ext cx="7162800" cy="283464"/>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668000" y="322731"/>
            <a:ext cx="914400" cy="283464"/>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592150"/>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9">
            <a:extLst>
              <a:ext uri="{FF2B5EF4-FFF2-40B4-BE49-F238E27FC236}">
                <a16:creationId xmlns:a16="http://schemas.microsoft.com/office/drawing/2014/main" id="{7A8F660F-60A6-785B-047B-B48856C7BBFC}"/>
              </a:ext>
            </a:extLst>
          </p:cNvPr>
          <p:cNvSpPr>
            <a:spLocks noGrp="1"/>
          </p:cNvSpPr>
          <p:nvPr>
            <p:ph type="pic" sz="quarter" idx="15" hasCustomPrompt="1"/>
          </p:nvPr>
        </p:nvSpPr>
        <p:spPr>
          <a:xfrm>
            <a:off x="3696794" y="1371600"/>
            <a:ext cx="7885606" cy="48768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0645932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5012267"/>
            <a:ext cx="4019522" cy="1236133"/>
          </a:xfrm>
        </p:spPr>
        <p:txBody>
          <a:bodyPr anchor="t">
            <a:normAutofit/>
          </a:bodyPr>
          <a:lstStyle>
            <a:lvl1pPr>
              <a:defRPr sz="2400"/>
            </a:lvl1pPr>
          </a:lstStyle>
          <a:p>
            <a:r>
              <a:rPr lang="en-US"/>
              <a:t>Click to edit Master title style</a:t>
            </a:r>
          </a:p>
        </p:txBody>
      </p:sp>
      <p:sp>
        <p:nvSpPr>
          <p:cNvPr id="12" name="Date Placeholder 4">
            <a:extLst>
              <a:ext uri="{FF2B5EF4-FFF2-40B4-BE49-F238E27FC236}">
                <a16:creationId xmlns:a16="http://schemas.microsoft.com/office/drawing/2014/main" id="{2D9E4C7C-63E4-6DA5-5108-15D4DA6D0607}"/>
              </a:ext>
            </a:extLst>
          </p:cNvPr>
          <p:cNvSpPr>
            <a:spLocks noGrp="1"/>
          </p:cNvSpPr>
          <p:nvPr>
            <p:ph type="dt" sz="half" idx="10"/>
          </p:nvPr>
        </p:nvSpPr>
        <p:spPr>
          <a:xfrm>
            <a:off x="609600" y="322731"/>
            <a:ext cx="914400" cy="286869"/>
          </a:xfrm>
        </p:spPr>
        <p:txBody>
          <a:bodyPr/>
          <a:lstStyle/>
          <a:p>
            <a:fld id="{523D437C-A82B-1145-8C7C-F98E5B6A82A4}" type="datetime1">
              <a:rPr lang="en-US" smtClean="0"/>
              <a:t>2/13/2026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599" y="1371600"/>
            <a:ext cx="10966705" cy="3256619"/>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018927" y="5012267"/>
            <a:ext cx="6563474" cy="123613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76425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205330"/>
            <a:ext cx="3044954" cy="2019586"/>
          </a:xfrm>
        </p:spPr>
        <p:txBody>
          <a:bodyPr anchor="t">
            <a:normAutofit/>
          </a:bodyPr>
          <a:lstStyle>
            <a:lvl1pPr>
              <a:defRPr sz="2400"/>
            </a:lvl1pPr>
          </a:lstStyle>
          <a:p>
            <a:r>
              <a:rPr lang="en-US"/>
              <a:t>Click to edit Master title style</a:t>
            </a:r>
          </a:p>
        </p:txBody>
      </p:sp>
      <p:sp>
        <p:nvSpPr>
          <p:cNvPr id="9" name="Date Placeholder 4">
            <a:extLst>
              <a:ext uri="{FF2B5EF4-FFF2-40B4-BE49-F238E27FC236}">
                <a16:creationId xmlns:a16="http://schemas.microsoft.com/office/drawing/2014/main" id="{E59D63EA-A363-194D-0D29-EB63BC89E3E3}"/>
              </a:ext>
            </a:extLst>
          </p:cNvPr>
          <p:cNvSpPr>
            <a:spLocks noGrp="1"/>
          </p:cNvSpPr>
          <p:nvPr>
            <p:ph type="dt" sz="half" idx="10"/>
          </p:nvPr>
        </p:nvSpPr>
        <p:spPr>
          <a:xfrm>
            <a:off x="609600" y="322731"/>
            <a:ext cx="914400" cy="286869"/>
          </a:xfrm>
        </p:spPr>
        <p:txBody>
          <a:bodyPr/>
          <a:lstStyle/>
          <a:p>
            <a:fld id="{F114247D-1360-F649-B1C9-06EF62F269AD}" type="datetime1">
              <a:rPr lang="en-US" smtClean="0"/>
              <a:t>2/13/2026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599" y="1371600"/>
            <a:ext cx="10966705" cy="2449683"/>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44358" y="4205331"/>
            <a:ext cx="7538041" cy="201958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53584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1390892"/>
            <a:ext cx="3021873" cy="1773540"/>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 y="322731"/>
            <a:ext cx="914400" cy="283464"/>
          </a:xfrm>
        </p:spPr>
        <p:txBody>
          <a:bodyPr/>
          <a:lstStyle/>
          <a:p>
            <a:fld id="{BC4EDBE8-13DB-0C46-B3D0-6510C4F74B96}" type="datetime1">
              <a:rPr lang="en-US" smtClean="0"/>
              <a:t>2/13/2026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14600" y="322731"/>
            <a:ext cx="7162800" cy="283464"/>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668000" y="322731"/>
            <a:ext cx="914400" cy="283464"/>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1390891"/>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609599" y="4127577"/>
            <a:ext cx="10972801" cy="2120823"/>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00689757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1371600"/>
            <a:ext cx="10969753" cy="745559"/>
          </a:xfrm>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a:lstStyle/>
          <a:p>
            <a:fld id="{97966538-4291-8F41-B327-116F58463E8F}" type="datetime1">
              <a:rPr lang="en-US" smtClean="0"/>
              <a:t>2/13/2026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4952" y="322731"/>
            <a:ext cx="914400" cy="283464"/>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501206"/>
            <a:ext cx="4513079" cy="3747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512485" y="2501206"/>
            <a:ext cx="6066867" cy="374719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Tree>
    <p:extLst>
      <p:ext uri="{BB962C8B-B14F-4D97-AF65-F5344CB8AC3E}">
        <p14:creationId xmlns:p14="http://schemas.microsoft.com/office/powerpoint/2010/main" val="41223129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1371600"/>
            <a:ext cx="10969753" cy="745560"/>
          </a:xfrm>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a:lstStyle/>
          <a:p>
            <a:fld id="{35C7CFA0-9A1F-AA46-835F-EE705117AA84}" type="datetime1">
              <a:rPr lang="en-US" smtClean="0"/>
              <a:t>2/13/2026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7999" y="322731"/>
            <a:ext cx="914400" cy="283464"/>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501206"/>
            <a:ext cx="4931835" cy="3747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931240" y="2501206"/>
            <a:ext cx="5651159" cy="3747194"/>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Tree>
    <p:extLst>
      <p:ext uri="{BB962C8B-B14F-4D97-AF65-F5344CB8AC3E}">
        <p14:creationId xmlns:p14="http://schemas.microsoft.com/office/powerpoint/2010/main" val="9825095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1371600"/>
            <a:ext cx="10969753" cy="745558"/>
          </a:xfrm>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a:lstStyle/>
          <a:p>
            <a:fld id="{D599C506-B5DF-4E4F-B9BF-F3827B59CBA1}" type="datetime1">
              <a:rPr lang="en-US" smtClean="0"/>
              <a:t>2/13/2026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8000" y="322731"/>
            <a:ext cx="914400" cy="283464"/>
          </a:xfrm>
        </p:spPr>
        <p:txBody>
          <a:bodyPr/>
          <a:lstStyle/>
          <a:p>
            <a:fld id="{AEAA3239-9EA4-4A65-A281-97F994456D9F}" type="slidenum">
              <a:rPr lang="en-US" smtClean="0"/>
              <a:t>‹#›</a:t>
            </a:fld>
            <a:endParaRPr lang="en-US"/>
          </a:p>
        </p:txBody>
      </p:sp>
      <p:sp>
        <p:nvSpPr>
          <p:cNvPr id="15" name="Picture Placeholder 11">
            <a:extLst>
              <a:ext uri="{FF2B5EF4-FFF2-40B4-BE49-F238E27FC236}">
                <a16:creationId xmlns:a16="http://schemas.microsoft.com/office/drawing/2014/main" id="{95AEE073-61C4-86E8-2CDD-336E22094FD4}"/>
              </a:ext>
            </a:extLst>
          </p:cNvPr>
          <p:cNvSpPr>
            <a:spLocks noGrp="1"/>
          </p:cNvSpPr>
          <p:nvPr>
            <p:ph type="pic" sz="quarter" idx="19" hasCustomPrompt="1"/>
          </p:nvPr>
        </p:nvSpPr>
        <p:spPr>
          <a:xfrm>
            <a:off x="612647" y="2501206"/>
            <a:ext cx="6066867" cy="374719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14" name="Content Placeholder 7">
            <a:extLst>
              <a:ext uri="{FF2B5EF4-FFF2-40B4-BE49-F238E27FC236}">
                <a16:creationId xmlns:a16="http://schemas.microsoft.com/office/drawing/2014/main" id="{BB848C29-CF42-98B7-D019-4F384E06AD99}"/>
              </a:ext>
            </a:extLst>
          </p:cNvPr>
          <p:cNvSpPr>
            <a:spLocks noGrp="1"/>
          </p:cNvSpPr>
          <p:nvPr>
            <p:ph sz="quarter" idx="18"/>
          </p:nvPr>
        </p:nvSpPr>
        <p:spPr>
          <a:xfrm>
            <a:off x="7069321" y="2501206"/>
            <a:ext cx="4513079" cy="3747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176558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1371600"/>
            <a:ext cx="4675633" cy="990600"/>
          </a:xfrm>
        </p:spPr>
        <p:txBody>
          <a:bodyPr anchor="t">
            <a:normAutofit/>
          </a:bodyPr>
          <a:lstStyle>
            <a:lvl1pPr>
              <a:defRPr sz="24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0E25853-B4C0-6343-932C-8347057D543C}" type="datetime1">
              <a:rPr lang="en-US" smtClean="0"/>
              <a:t>2/13/2026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 y="2746246"/>
            <a:ext cx="4675632" cy="3502153"/>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12502" y="1371600"/>
            <a:ext cx="5869899"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791579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1371600"/>
            <a:ext cx="3425954" cy="917450"/>
          </a:xfrm>
        </p:spPr>
        <p:txBody>
          <a:bodyPr anchor="t">
            <a:normAutofit/>
          </a:bodyPr>
          <a:lstStyle>
            <a:lvl1pPr>
              <a:defRPr sz="24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3BF296C-7802-C148-9016-7CA1C9A07AED}" type="datetime1">
              <a:rPr lang="en-US" smtClean="0"/>
              <a:t>2/13/2026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1" y="2673096"/>
            <a:ext cx="3429000" cy="3575303"/>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25359" y="1371600"/>
            <a:ext cx="7152279"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6391803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1371600"/>
            <a:ext cx="10969753" cy="399228"/>
          </a:xfrm>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a:lstStyle/>
          <a:p>
            <a:fld id="{0CA44B50-52B1-E84E-AA33-A0DBEC841EC9}" type="datetime1">
              <a:rPr lang="en-US" smtClean="0"/>
              <a:t>2/13/2026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8000" y="322731"/>
            <a:ext cx="914400" cy="283464"/>
          </a:xfrm>
        </p:spPr>
        <p:txBody>
          <a:bodyPr/>
          <a:lstStyle/>
          <a:p>
            <a:fld id="{AEAA3239-9EA4-4A65-A281-97F994456D9F}" type="slidenum">
              <a:rPr lang="en-US" smtClean="0"/>
              <a:t>‹#›</a:t>
            </a:fld>
            <a:endParaRPr lang="en-US"/>
          </a:p>
        </p:txBody>
      </p:sp>
      <p:sp>
        <p:nvSpPr>
          <p:cNvPr id="15" name="Picture Placeholder 11">
            <a:extLst>
              <a:ext uri="{FF2B5EF4-FFF2-40B4-BE49-F238E27FC236}">
                <a16:creationId xmlns:a16="http://schemas.microsoft.com/office/drawing/2014/main" id="{95AEE073-61C4-86E8-2CDD-336E22094FD4}"/>
              </a:ext>
            </a:extLst>
          </p:cNvPr>
          <p:cNvSpPr>
            <a:spLocks noGrp="1"/>
          </p:cNvSpPr>
          <p:nvPr>
            <p:ph type="pic" sz="quarter" idx="19" hasCustomPrompt="1"/>
          </p:nvPr>
        </p:nvSpPr>
        <p:spPr>
          <a:xfrm>
            <a:off x="612647" y="2154876"/>
            <a:ext cx="8499719" cy="409352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5" name="Content Placeholder 7">
            <a:extLst>
              <a:ext uri="{FF2B5EF4-FFF2-40B4-BE49-F238E27FC236}">
                <a16:creationId xmlns:a16="http://schemas.microsoft.com/office/drawing/2014/main" id="{15F7C753-E8D9-F006-4FC2-8BA2C55187F2}"/>
              </a:ext>
            </a:extLst>
          </p:cNvPr>
          <p:cNvSpPr>
            <a:spLocks noGrp="1"/>
          </p:cNvSpPr>
          <p:nvPr>
            <p:ph sz="quarter" idx="18"/>
          </p:nvPr>
        </p:nvSpPr>
        <p:spPr>
          <a:xfrm>
            <a:off x="9496414" y="2154876"/>
            <a:ext cx="2085986" cy="4093524"/>
          </a:xfrm>
        </p:spPr>
        <p:txBody>
          <a:bodyPr anchor="t"/>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066035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1371600"/>
            <a:ext cx="10969753" cy="399228"/>
          </a:xfrm>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a:lstStyle/>
          <a:p>
            <a:fld id="{3CCDCBE6-C47D-9C40-BF8B-586CF522335A}" type="datetime1">
              <a:rPr lang="en-US" smtClean="0"/>
              <a:t>2/13/2026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8000" y="322731"/>
            <a:ext cx="914400" cy="283464"/>
          </a:xfrm>
        </p:spPr>
        <p:txBody>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B8BA6868-FD5D-17A2-6CAE-853852E8704F}"/>
              </a:ext>
            </a:extLst>
          </p:cNvPr>
          <p:cNvSpPr>
            <a:spLocks noGrp="1"/>
          </p:cNvSpPr>
          <p:nvPr>
            <p:ph type="pic" sz="quarter" idx="13" hasCustomPrompt="1"/>
          </p:nvPr>
        </p:nvSpPr>
        <p:spPr>
          <a:xfrm>
            <a:off x="609599" y="2169506"/>
            <a:ext cx="10966705" cy="329251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5" name="Content Placeholder 7">
            <a:extLst>
              <a:ext uri="{FF2B5EF4-FFF2-40B4-BE49-F238E27FC236}">
                <a16:creationId xmlns:a16="http://schemas.microsoft.com/office/drawing/2014/main" id="{15F7C753-E8D9-F006-4FC2-8BA2C55187F2}"/>
              </a:ext>
            </a:extLst>
          </p:cNvPr>
          <p:cNvSpPr>
            <a:spLocks noGrp="1"/>
          </p:cNvSpPr>
          <p:nvPr>
            <p:ph sz="quarter" idx="18"/>
          </p:nvPr>
        </p:nvSpPr>
        <p:spPr>
          <a:xfrm>
            <a:off x="609600" y="5846064"/>
            <a:ext cx="10972800" cy="402336"/>
          </a:xfrm>
        </p:spPr>
        <p:txBody>
          <a:bodyPr anchor="b"/>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390038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5325034"/>
            <a:ext cx="9762068" cy="916369"/>
          </a:xfrm>
        </p:spPr>
        <p:txBody>
          <a:bodyPr anchor="b">
            <a:normAutofit/>
          </a:bodyPr>
          <a:lstStyle>
            <a:lvl1pPr algn="ctr">
              <a:lnSpc>
                <a:spcPct val="110000"/>
              </a:lnSpc>
              <a:defRPr sz="2400" b="1" i="0">
                <a:solidFill>
                  <a:schemeClr val="tx1"/>
                </a:solidFill>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latin typeface="+mn-lt"/>
              </a:defRPr>
            </a:lvl1pPr>
          </a:lstStyle>
          <a:p>
            <a:fld id="{4962CDED-461F-AD4A-BDAA-05F1884A06BB}" type="datetime1">
              <a:rPr lang="en-US" smtClean="0"/>
              <a:pPr/>
              <a:t>2/13/2026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latin typeface="+mn-lt"/>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latin typeface="+mn-lt"/>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09600" y="914400"/>
            <a:ext cx="10972800" cy="4105835"/>
          </a:xfrm>
        </p:spPr>
        <p:txBody>
          <a:bodyPr anchor="t">
            <a:normAutofit/>
          </a:bodyPr>
          <a:lstStyle>
            <a:lvl1pPr marL="0" indent="0" algn="ctr">
              <a:lnSpc>
                <a:spcPct val="90000"/>
              </a:lnSpc>
              <a:buNone/>
              <a:defRPr sz="27500" b="0">
                <a:solidFill>
                  <a:schemeClr val="tx1"/>
                </a:solidFill>
                <a:latin typeface="+mj-lt"/>
              </a:defRPr>
            </a:lvl1pPr>
          </a:lstStyle>
          <a:p>
            <a:pPr lvl="0"/>
            <a:r>
              <a:rPr lang="en-US"/>
              <a:t>##%</a:t>
            </a:r>
          </a:p>
        </p:txBody>
      </p:sp>
    </p:spTree>
    <p:extLst>
      <p:ext uri="{BB962C8B-B14F-4D97-AF65-F5344CB8AC3E}">
        <p14:creationId xmlns:p14="http://schemas.microsoft.com/office/powerpoint/2010/main" val="105673318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37F0C99-9A58-96BA-B51F-4BEDCF1AA120}"/>
              </a:ext>
            </a:extLst>
          </p:cNvPr>
          <p:cNvSpPr>
            <a:spLocks noGrp="1"/>
          </p:cNvSpPr>
          <p:nvPr>
            <p:ph type="title"/>
          </p:nvPr>
        </p:nvSpPr>
        <p:spPr>
          <a:xfrm>
            <a:off x="609601" y="5257802"/>
            <a:ext cx="10052304" cy="990598"/>
          </a:xfrm>
        </p:spPr>
        <p:txBody>
          <a:bodyPr/>
          <a:lstStyle>
            <a:lvl1pPr>
              <a:lnSpc>
                <a:spcPct val="110000"/>
              </a:lnSpc>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latin typeface="+mn-lt"/>
              </a:defRPr>
            </a:lvl1pPr>
          </a:lstStyle>
          <a:p>
            <a:fld id="{77A33D95-F4D2-7742-89C7-1E5F6FF2EF83}" type="datetime1">
              <a:rPr lang="en-US" smtClean="0"/>
              <a:pPr/>
              <a:t>2/13/2026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latin typeface="+mn-lt"/>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latin typeface="+mn-lt"/>
              </a:defRPr>
            </a:lvl1pPr>
          </a:lstStyle>
          <a:p>
            <a:fld id="{AEAA3239-9EA4-4A65-A281-97F994456D9F}" type="slidenum">
              <a:rPr lang="en-US" smtClean="0"/>
              <a:pPr/>
              <a:t>‹#›</a:t>
            </a:fld>
            <a:endParaRPr lang="en-US"/>
          </a:p>
        </p:txBody>
      </p:sp>
      <p:sp>
        <p:nvSpPr>
          <p:cNvPr id="11" name="Content Placeholder 10">
            <a:extLst>
              <a:ext uri="{FF2B5EF4-FFF2-40B4-BE49-F238E27FC236}">
                <a16:creationId xmlns:a16="http://schemas.microsoft.com/office/drawing/2014/main" id="{F859DF22-2D22-B432-1B7E-1CCD6DA9C571}"/>
              </a:ext>
            </a:extLst>
          </p:cNvPr>
          <p:cNvSpPr>
            <a:spLocks noGrp="1"/>
          </p:cNvSpPr>
          <p:nvPr>
            <p:ph sz="quarter" idx="14" hasCustomPrompt="1"/>
          </p:nvPr>
        </p:nvSpPr>
        <p:spPr>
          <a:xfrm>
            <a:off x="609600" y="904875"/>
            <a:ext cx="10052050" cy="4038600"/>
          </a:xfrm>
        </p:spPr>
        <p:txBody>
          <a:bodyPr anchor="t"/>
          <a:lstStyle>
            <a:lvl1pPr>
              <a:lnSpc>
                <a:spcPct val="90000"/>
              </a:lnSpc>
              <a:buNone/>
              <a:defRPr sz="30000"/>
            </a:lvl1pPr>
          </a:lstStyle>
          <a:p>
            <a:pPr lvl="0"/>
            <a:r>
              <a:rPr lang="en-US"/>
              <a:t>##%</a:t>
            </a:r>
          </a:p>
        </p:txBody>
      </p:sp>
    </p:spTree>
    <p:extLst>
      <p:ext uri="{BB962C8B-B14F-4D97-AF65-F5344CB8AC3E}">
        <p14:creationId xmlns:p14="http://schemas.microsoft.com/office/powerpoint/2010/main" val="365012274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9E00404-475A-8BBB-C6CE-9106DE692A22}"/>
              </a:ext>
            </a:extLst>
          </p:cNvPr>
          <p:cNvSpPr>
            <a:spLocks noGrp="1"/>
          </p:cNvSpPr>
          <p:nvPr>
            <p:ph type="title"/>
          </p:nvPr>
        </p:nvSpPr>
        <p:spPr>
          <a:xfrm>
            <a:off x="9067800" y="3962400"/>
            <a:ext cx="2514599" cy="2285999"/>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latin typeface="+mn-lt"/>
              </a:defRPr>
            </a:lvl1pPr>
          </a:lstStyle>
          <a:p>
            <a:fld id="{1D5F50BC-2CAE-5142-B37F-0E4FBF55DEC4}" type="datetime1">
              <a:rPr lang="en-US" smtClean="0"/>
              <a:pPr/>
              <a:t>2/13/2026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latin typeface="+mn-lt"/>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latin typeface="+mn-lt"/>
              </a:defRPr>
            </a:lvl1pPr>
          </a:lstStyle>
          <a:p>
            <a:fld id="{AEAA3239-9EA4-4A65-A281-97F994456D9F}" type="slidenum">
              <a:rPr lang="en-US" smtClean="0"/>
              <a:pPr/>
              <a:t>‹#›</a:t>
            </a:fld>
            <a:endParaRPr lang="en-US"/>
          </a:p>
        </p:txBody>
      </p:sp>
      <p:sp>
        <p:nvSpPr>
          <p:cNvPr id="8" name="Content Placeholder 10">
            <a:extLst>
              <a:ext uri="{FF2B5EF4-FFF2-40B4-BE49-F238E27FC236}">
                <a16:creationId xmlns:a16="http://schemas.microsoft.com/office/drawing/2014/main" id="{97D4B19F-6F49-D42F-E0D8-B04A37866557}"/>
              </a:ext>
            </a:extLst>
          </p:cNvPr>
          <p:cNvSpPr>
            <a:spLocks noGrp="1"/>
          </p:cNvSpPr>
          <p:nvPr>
            <p:ph sz="quarter" idx="14" hasCustomPrompt="1"/>
          </p:nvPr>
        </p:nvSpPr>
        <p:spPr>
          <a:xfrm>
            <a:off x="609600" y="904875"/>
            <a:ext cx="8077200" cy="5343524"/>
          </a:xfrm>
        </p:spPr>
        <p:txBody>
          <a:bodyPr anchor="t"/>
          <a:lstStyle>
            <a:lvl1pPr>
              <a:lnSpc>
                <a:spcPct val="90000"/>
              </a:lnSpc>
              <a:buNone/>
              <a:defRPr sz="27500"/>
            </a:lvl1pPr>
          </a:lstStyle>
          <a:p>
            <a:pPr lvl="0"/>
            <a:r>
              <a:rPr lang="en-US"/>
              <a:t>##%</a:t>
            </a:r>
          </a:p>
        </p:txBody>
      </p:sp>
    </p:spTree>
    <p:extLst>
      <p:ext uri="{BB962C8B-B14F-4D97-AF65-F5344CB8AC3E}">
        <p14:creationId xmlns:p14="http://schemas.microsoft.com/office/powerpoint/2010/main" val="249542526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latin typeface="+mn-lt"/>
              </a:defRPr>
            </a:lvl1pPr>
          </a:lstStyle>
          <a:p>
            <a:fld id="{9B69FD5F-D43D-844D-8832-BAF216CA3DAF}" type="datetime1">
              <a:rPr lang="en-US" smtClean="0"/>
              <a:pPr/>
              <a:t>2/13/2026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latin typeface="+mn-lt"/>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latin typeface="+mn-lt"/>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1371600"/>
            <a:ext cx="10972800" cy="4876800"/>
          </a:xfrm>
        </p:spPr>
        <p:txBody>
          <a:bodyPr anchor="t">
            <a:normAutofit/>
          </a:bodyPr>
          <a:lstStyle>
            <a:lvl1pPr marL="0" indent="0">
              <a:lnSpc>
                <a:spcPct val="90000"/>
              </a:lnSpc>
              <a:buNone/>
              <a:defRPr sz="3200" b="1" cap="all" baseline="0">
                <a:solidFill>
                  <a:schemeClr val="tx1"/>
                </a:solidFill>
                <a:latin typeface="+mj-lt"/>
              </a:defRPr>
            </a:lvl1pPr>
            <a:lvl2pPr marL="228600" indent="0">
              <a:lnSpc>
                <a:spcPct val="90000"/>
              </a:lnSpc>
              <a:buNone/>
              <a:defRPr sz="3200" b="1" cap="all" baseline="0">
                <a:solidFill>
                  <a:schemeClr val="tx1"/>
                </a:solidFill>
                <a:latin typeface="+mj-lt"/>
              </a:defRPr>
            </a:lvl2pPr>
            <a:lvl3pPr marL="457200" indent="0">
              <a:lnSpc>
                <a:spcPct val="90000"/>
              </a:lnSpc>
              <a:buNone/>
              <a:defRPr sz="3200" b="1" cap="all" baseline="0">
                <a:solidFill>
                  <a:schemeClr val="tx1"/>
                </a:solidFill>
                <a:latin typeface="+mj-lt"/>
              </a:defRPr>
            </a:lvl3pPr>
            <a:lvl4pPr marL="685800" indent="0">
              <a:lnSpc>
                <a:spcPct val="90000"/>
              </a:lnSpc>
              <a:buNone/>
              <a:defRPr sz="3200" b="1" cap="all" baseline="0">
                <a:solidFill>
                  <a:schemeClr val="tx1"/>
                </a:solidFill>
                <a:latin typeface="+mj-lt"/>
              </a:defRPr>
            </a:lvl4pPr>
            <a:lvl5pPr marL="914400" indent="0">
              <a:lnSpc>
                <a:spcPct val="90000"/>
              </a:lnSpc>
              <a:buNone/>
              <a:defRPr sz="3200" b="1" cap="all" baseline="0">
                <a:solidFill>
                  <a:schemeClr val="tx1"/>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0308826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F765A190-0C50-774B-99C4-7C9BBEBC1D57}" type="datetime1">
              <a:rPr lang="en-US" smtClean="0"/>
              <a:pPr/>
              <a:t>2/13/2026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371600"/>
            <a:ext cx="10969752" cy="4876800"/>
          </a:xfrm>
        </p:spPr>
        <p:txBody>
          <a:bodyPr anchor="t">
            <a:normAutofit/>
          </a:bodyPr>
          <a:lstStyle>
            <a:lvl1pPr marL="0" indent="0">
              <a:lnSpc>
                <a:spcPct val="90000"/>
              </a:lnSpc>
              <a:buNone/>
              <a:defRPr sz="2400" b="1" cap="all" baseline="0">
                <a:solidFill>
                  <a:schemeClr val="tx1"/>
                </a:solidFill>
                <a:latin typeface="+mj-lt"/>
              </a:defRPr>
            </a:lvl1pPr>
            <a:lvl2pPr marL="228600" indent="0">
              <a:lnSpc>
                <a:spcPct val="90000"/>
              </a:lnSpc>
              <a:buNone/>
              <a:defRPr sz="2400" b="1" cap="all" baseline="0">
                <a:solidFill>
                  <a:schemeClr val="tx1"/>
                </a:solidFill>
                <a:latin typeface="+mj-lt"/>
              </a:defRPr>
            </a:lvl2pPr>
            <a:lvl3pPr marL="457200" indent="0">
              <a:lnSpc>
                <a:spcPct val="90000"/>
              </a:lnSpc>
              <a:buNone/>
              <a:defRPr sz="2400" b="1" cap="all" baseline="0">
                <a:solidFill>
                  <a:schemeClr val="tx1"/>
                </a:solidFill>
                <a:latin typeface="+mj-lt"/>
              </a:defRPr>
            </a:lvl3pPr>
            <a:lvl4pPr marL="685800" indent="0">
              <a:lnSpc>
                <a:spcPct val="90000"/>
              </a:lnSpc>
              <a:buNone/>
              <a:defRPr sz="2400" b="1" cap="all" baseline="0">
                <a:solidFill>
                  <a:schemeClr val="tx1"/>
                </a:solidFill>
                <a:latin typeface="+mj-lt"/>
              </a:defRPr>
            </a:lvl4pPr>
            <a:lvl5pPr marL="914400" indent="0">
              <a:lnSpc>
                <a:spcPct val="90000"/>
              </a:lnSpc>
              <a:buNone/>
              <a:defRPr sz="2400" b="1" cap="all" baseline="0">
                <a:solidFill>
                  <a:schemeClr val="tx1"/>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3849323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F765A190-0C50-774B-99C4-7C9BBEBC1D57}" type="datetime1">
              <a:rPr lang="en-US" smtClean="0"/>
              <a:pPr/>
              <a:t>2/13/2026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371600"/>
            <a:ext cx="10969752" cy="4876800"/>
          </a:xfrm>
        </p:spPr>
        <p:txBody>
          <a:bodyPr anchor="t">
            <a:normAutofit/>
          </a:bodyPr>
          <a:lstStyle>
            <a:lvl1pPr marL="0" indent="0" algn="ctr">
              <a:lnSpc>
                <a:spcPct val="90000"/>
              </a:lnSpc>
              <a:buNone/>
              <a:defRPr sz="3600" b="1" cap="all" baseline="0">
                <a:solidFill>
                  <a:schemeClr val="tx1"/>
                </a:solidFill>
                <a:latin typeface="+mj-lt"/>
              </a:defRPr>
            </a:lvl1pPr>
            <a:lvl2pPr marL="228600" indent="0" algn="ctr">
              <a:lnSpc>
                <a:spcPct val="90000"/>
              </a:lnSpc>
              <a:buNone/>
              <a:defRPr sz="3600" b="1" cap="all" baseline="0">
                <a:solidFill>
                  <a:schemeClr val="tx1"/>
                </a:solidFill>
                <a:latin typeface="+mj-lt"/>
              </a:defRPr>
            </a:lvl2pPr>
            <a:lvl3pPr marL="457200" indent="0" algn="ctr">
              <a:lnSpc>
                <a:spcPct val="90000"/>
              </a:lnSpc>
              <a:buNone/>
              <a:defRPr sz="3600" b="1" cap="all" baseline="0">
                <a:solidFill>
                  <a:schemeClr val="tx1"/>
                </a:solidFill>
                <a:latin typeface="+mj-lt"/>
              </a:defRPr>
            </a:lvl3pPr>
            <a:lvl4pPr marL="685800" indent="0" algn="ctr">
              <a:lnSpc>
                <a:spcPct val="90000"/>
              </a:lnSpc>
              <a:buNone/>
              <a:defRPr sz="3600" b="1" cap="all" baseline="0">
                <a:solidFill>
                  <a:schemeClr val="tx1"/>
                </a:solidFill>
                <a:latin typeface="+mj-lt"/>
              </a:defRPr>
            </a:lvl4pPr>
            <a:lvl5pPr marL="914400" indent="0" algn="ctr">
              <a:lnSpc>
                <a:spcPct val="90000"/>
              </a:lnSpc>
              <a:buNone/>
              <a:defRPr sz="3600" b="1" cap="all" baseline="0">
                <a:solidFill>
                  <a:schemeClr val="tx1"/>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7907314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09600" y="5572631"/>
            <a:ext cx="10966704" cy="640080"/>
          </a:xfrm>
        </p:spPr>
        <p:txBody>
          <a:bodyPr anchor="b">
            <a:normAutofit/>
          </a:bodyPr>
          <a:lstStyle>
            <a:lvl1pPr>
              <a:lnSpc>
                <a:spcPct val="120000"/>
              </a:lnSpc>
              <a:defRPr sz="240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latin typeface="+mn-lt"/>
              </a:defRPr>
            </a:lvl1pPr>
          </a:lstStyle>
          <a:p>
            <a:fld id="{DAA201F8-A1D9-064F-A04F-1C1247A5E47A}" type="datetime1">
              <a:rPr lang="en-US" smtClean="0"/>
              <a:pPr/>
              <a:t>2/13/2026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latin typeface="+mn-lt"/>
              </a:defRPr>
            </a:lvl1p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latin typeface="+mn-lt"/>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09600" y="1371600"/>
            <a:ext cx="10966704" cy="3806142"/>
          </a:xfrm>
        </p:spPr>
        <p:txBody>
          <a:bodyPr anchor="t">
            <a:normAutofit/>
          </a:bodyPr>
          <a:lstStyle>
            <a:lvl1pPr marL="164592" indent="-164592">
              <a:lnSpc>
                <a:spcPct val="100000"/>
              </a:lnSpc>
              <a:spcBef>
                <a:spcPts val="0"/>
              </a:spcBef>
              <a:buNone/>
              <a:defRPr sz="3200">
                <a:latin typeface="+mj-lt"/>
              </a:defRPr>
            </a:lvl1pPr>
          </a:lstStyle>
          <a:p>
            <a:pPr lvl="0"/>
            <a:r>
              <a:rPr lang="en-US"/>
              <a:t>Click to add Quote</a:t>
            </a:r>
          </a:p>
        </p:txBody>
      </p:sp>
    </p:spTree>
    <p:extLst>
      <p:ext uri="{BB962C8B-B14F-4D97-AF65-F5344CB8AC3E}">
        <p14:creationId xmlns:p14="http://schemas.microsoft.com/office/powerpoint/2010/main" val="224522648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524000" y="5561790"/>
            <a:ext cx="9137903" cy="686610"/>
          </a:xfrm>
        </p:spPr>
        <p:txBody>
          <a:bodyPr anchor="b">
            <a:normAutofit/>
          </a:bodyPr>
          <a:lstStyle>
            <a:lvl1pPr algn="r">
              <a:lnSpc>
                <a:spcPct val="120000"/>
              </a:lnSpc>
              <a:defRPr sz="240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latin typeface="+mn-lt"/>
              </a:defRPr>
            </a:lvl1pPr>
          </a:lstStyle>
          <a:p>
            <a:fld id="{22EDCA21-11FF-E543-9298-92A62CBAF46F}" type="datetime1">
              <a:rPr lang="en-US" smtClean="0"/>
              <a:pPr/>
              <a:t>2/13/2026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latin typeface="+mn-lt"/>
              </a:defRPr>
            </a:lvl1p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latin typeface="+mn-lt"/>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24000" y="1371600"/>
            <a:ext cx="9144000" cy="3806142"/>
          </a:xfrm>
        </p:spPr>
        <p:txBody>
          <a:bodyPr anchor="ctr">
            <a:normAutofit/>
          </a:bodyPr>
          <a:lstStyle>
            <a:lvl1pPr marL="164592" indent="-164592">
              <a:lnSpc>
                <a:spcPct val="100000"/>
              </a:lnSpc>
              <a:spcBef>
                <a:spcPts val="0"/>
              </a:spcBef>
              <a:buNone/>
              <a:defRPr sz="3200">
                <a:solidFill>
                  <a:schemeClr val="tx1"/>
                </a:solidFill>
                <a:latin typeface="+mj-lt"/>
              </a:defRPr>
            </a:lvl1pPr>
          </a:lstStyle>
          <a:p>
            <a:pPr lvl="0"/>
            <a:r>
              <a:rPr lang="en-US"/>
              <a:t>Click to add Quote</a:t>
            </a:r>
          </a:p>
        </p:txBody>
      </p:sp>
    </p:spTree>
    <p:extLst>
      <p:ext uri="{BB962C8B-B14F-4D97-AF65-F5344CB8AC3E}">
        <p14:creationId xmlns:p14="http://schemas.microsoft.com/office/powerpoint/2010/main" val="271406562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5561790"/>
            <a:ext cx="5954436" cy="686610"/>
          </a:xfrm>
        </p:spPr>
        <p:txBody>
          <a:bodyPr anchor="b">
            <a:normAutofit/>
          </a:bodyPr>
          <a:lstStyle>
            <a:lvl1pPr algn="r">
              <a:lnSpc>
                <a:spcPct val="120000"/>
              </a:lnSpc>
              <a:defRPr sz="2000" b="1"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latin typeface="+mn-lt"/>
              </a:defRPr>
            </a:lvl1pPr>
          </a:lstStyle>
          <a:p>
            <a:fld id="{D04C7AB0-C670-0A42-893F-488DCA4E4139}" type="datetime1">
              <a:rPr lang="en-US" smtClean="0"/>
              <a:pPr/>
              <a:t>2/13/2026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latin typeface="+mn-lt"/>
              </a:defRPr>
            </a:lvl1p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latin typeface="+mn-lt"/>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24000" y="1388534"/>
            <a:ext cx="9137904" cy="3789208"/>
          </a:xfrm>
        </p:spPr>
        <p:txBody>
          <a:bodyPr anchor="t">
            <a:normAutofit/>
          </a:bodyPr>
          <a:lstStyle>
            <a:lvl1pPr marL="164592" indent="-164592">
              <a:lnSpc>
                <a:spcPct val="110000"/>
              </a:lnSpc>
              <a:spcBef>
                <a:spcPts val="0"/>
              </a:spcBef>
              <a:buNone/>
              <a:defRPr sz="3200" b="1" i="0" cap="all" baseline="0">
                <a:latin typeface="+mj-lt"/>
              </a:defRPr>
            </a:lvl1pPr>
          </a:lstStyle>
          <a:p>
            <a:pPr lvl="0"/>
            <a:r>
              <a:rPr lang="en-US"/>
              <a:t>Click to add Quote</a:t>
            </a:r>
          </a:p>
        </p:txBody>
      </p:sp>
    </p:spTree>
    <p:extLst>
      <p:ext uri="{BB962C8B-B14F-4D97-AF65-F5344CB8AC3E}">
        <p14:creationId xmlns:p14="http://schemas.microsoft.com/office/powerpoint/2010/main" val="7750262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0168559-22AF-9500-1ED0-9B034424FC6E}"/>
              </a:ext>
            </a:extLst>
          </p:cNvPr>
          <p:cNvSpPr>
            <a:spLocks noGrp="1"/>
          </p:cNvSpPr>
          <p:nvPr>
            <p:ph type="title"/>
          </p:nvPr>
        </p:nvSpPr>
        <p:spPr>
          <a:xfrm>
            <a:off x="612648" y="1371600"/>
            <a:ext cx="10969752" cy="745558"/>
          </a:xfrm>
        </p:spPr>
        <p:txBody>
          <a:bodyPr anchor="t"/>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C3B29B2-4593-A044-9190-FE2DA1AD031D}" type="datetime1">
              <a:rPr lang="en-US" smtClean="0"/>
              <a:t>2/13/2026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17648" y="322731"/>
            <a:ext cx="7150608" cy="286869"/>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09600" y="2501207"/>
            <a:ext cx="5289973" cy="3747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86331" y="2501206"/>
            <a:ext cx="5289973" cy="3747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0171256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80CBD81-BF35-3FFE-84F1-E86AACCAD69D}"/>
              </a:ext>
            </a:extLst>
          </p:cNvPr>
          <p:cNvSpPr>
            <a:spLocks noGrp="1"/>
          </p:cNvSpPr>
          <p:nvPr>
            <p:ph type="title"/>
          </p:nvPr>
        </p:nvSpPr>
        <p:spPr>
          <a:xfrm>
            <a:off x="609600" y="1371600"/>
            <a:ext cx="10745788" cy="745558"/>
          </a:xfrm>
        </p:spPr>
        <p:txBody>
          <a:bodyPr anchor="t"/>
          <a:lstStyle/>
          <a:p>
            <a:r>
              <a:rPr lang="en-US"/>
              <a:t>Click to edit Master title style</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686DBDE1-D2D6-D048-B31A-868FC649E762}" type="datetime1">
              <a:rPr lang="en-US" smtClean="0"/>
              <a:t>2/13/2026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2255322"/>
            <a:ext cx="5289972" cy="554724"/>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948211"/>
            <a:ext cx="5289972" cy="33001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330" y="2255322"/>
            <a:ext cx="5289974" cy="554724"/>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948211"/>
            <a:ext cx="5302568" cy="33001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8546901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1371600"/>
            <a:ext cx="10963656" cy="745558"/>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C637E622-E797-8342-90DB-8B837E85419D}" type="datetime1">
              <a:rPr lang="en-US" smtClean="0"/>
              <a:t>2/13/2026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4464981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13ADAD51-1122-C148-B5F4-133EC4152EAB}" type="datetime1">
              <a:rPr lang="en-US" smtClean="0"/>
              <a:t>2/13/2026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29297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7" y="1371600"/>
            <a:ext cx="3801195" cy="1219200"/>
          </a:xfrm>
        </p:spPr>
        <p:txBody>
          <a:bodyPr anchor="t">
            <a:normAutofit/>
          </a:bodyPr>
          <a:lstStyle>
            <a:lvl1pPr>
              <a:defRPr sz="2400"/>
            </a:lvl1pPr>
          </a:lstStyle>
          <a:p>
            <a:r>
              <a:rPr lang="en-US"/>
              <a:t>Click to edit Master title style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91308DB2-91F6-D249-9C58-B00C1E8D0C8E}" type="datetime1">
              <a:rPr lang="en-US" smtClean="0"/>
              <a:t>2/13/2026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7" y="2974848"/>
            <a:ext cx="3801195" cy="3273552"/>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00600" y="1371600"/>
            <a:ext cx="6774366" cy="4876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2669236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1371600"/>
            <a:ext cx="3595634" cy="3124200"/>
          </a:xfrm>
        </p:spPr>
        <p:txBody>
          <a:bodyPr anchor="b">
            <a:normAutofit/>
          </a:bodyPr>
          <a:lstStyle>
            <a:lvl1pPr>
              <a:defRPr sz="2400"/>
            </a:lvl1pPr>
          </a:lstStyle>
          <a:p>
            <a:r>
              <a:rPr lang="en-US"/>
              <a:t>Click to edit Master title style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B4B343E0-A871-624A-8052-B7C217692D3E}" type="datetime1">
              <a:rPr lang="en-US" smtClean="0"/>
              <a:t>2/13/2026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4800600"/>
            <a:ext cx="3595634" cy="1460174"/>
          </a:xfrm>
        </p:spPr>
        <p:txBody>
          <a:bodyPr anchor="b"/>
          <a:lstStyle>
            <a:lvl1pPr marL="0" indent="0">
              <a:spcBef>
                <a:spcPts val="0"/>
              </a:spcBef>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584991" y="1371600"/>
            <a:ext cx="6997410" cy="4876800"/>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354937183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371600"/>
            <a:ext cx="10972800" cy="1865376"/>
          </a:xfrm>
        </p:spPr>
        <p:txBody>
          <a:bodyPr anchor="b">
            <a:normAutofit/>
          </a:bodyPr>
          <a:lstStyle>
            <a:lvl1pPr>
              <a:defRPr sz="32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A84F0940-FFE4-494C-804B-50299442C334}" type="datetime1">
              <a:rPr lang="en-US" smtClean="0"/>
              <a:t>2/13/2026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a:solidFill>
                <a:schemeClr val="tx1"/>
              </a:solidFill>
            </a:endParaRP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621024"/>
            <a:ext cx="10972800" cy="2627376"/>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792916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t">
            <a:noAutofit/>
          </a:bodyPr>
          <a:lstStyle>
            <a:lvl1pPr>
              <a:defRPr sz="32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421F3AE-E2F8-654C-B62A-2860995E2D6B}" type="datetime1">
              <a:rPr lang="en-US" smtClean="0"/>
              <a:t>2/13/2026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a:solidFill>
                <a:schemeClr val="tx1"/>
              </a:solidFill>
            </a:endParaRP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870748"/>
            <a:ext cx="8430639" cy="1608008"/>
          </a:xfrm>
        </p:spPr>
        <p:txBody>
          <a:bodyPr>
            <a:normAutofit/>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099600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09600" y="1381760"/>
            <a:ext cx="10972799" cy="7354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09600" y="2501206"/>
            <a:ext cx="10966703" cy="37224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09600" y="322731"/>
            <a:ext cx="914400" cy="286869"/>
          </a:xfrm>
          <a:prstGeom prst="rect">
            <a:avLst/>
          </a:prstGeom>
        </p:spPr>
        <p:txBody>
          <a:bodyPr vert="horz" lIns="91440" tIns="45720" rIns="91440" bIns="45720" rtlCol="0" anchor="ctr"/>
          <a:lstStyle>
            <a:lvl1pPr algn="l" rtl="0">
              <a:defRPr sz="1000" b="0" i="0" cap="all" baseline="0">
                <a:solidFill>
                  <a:schemeClr val="tx1"/>
                </a:solidFill>
                <a:latin typeface="+mn-lt"/>
              </a:defRPr>
            </a:lvl1pPr>
          </a:lstStyle>
          <a:p>
            <a:fld id="{AB91AFAB-BFD9-6C45-80AC-C5C8DBC06AB9}" type="datetime1">
              <a:rPr lang="en-US" smtClean="0"/>
              <a:pPr/>
              <a:t>2/13/2026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2517648" y="322731"/>
            <a:ext cx="7150608" cy="286869"/>
          </a:xfrm>
          <a:prstGeom prst="rect">
            <a:avLst/>
          </a:prstGeom>
        </p:spPr>
        <p:txBody>
          <a:bodyPr vert="horz" lIns="91440" tIns="45720" rIns="91440" bIns="45720" rtlCol="0" anchor="ctr"/>
          <a:lstStyle>
            <a:lvl1pPr algn="ctr" rtl="0">
              <a:defRPr sz="1000" b="0" i="0" cap="all" baseline="0">
                <a:solidFill>
                  <a:schemeClr val="tx1"/>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0661904" y="322731"/>
            <a:ext cx="914400" cy="286869"/>
          </a:xfrm>
          <a:prstGeom prst="rect">
            <a:avLst/>
          </a:prstGeom>
        </p:spPr>
        <p:txBody>
          <a:bodyPr vert="horz" lIns="91440" tIns="45720" rIns="91440" bIns="45720" rtlCol="0" anchor="ctr"/>
          <a:lstStyle>
            <a:lvl1pPr algn="r" rtl="0">
              <a:defRPr sz="1000" b="0" i="0" cap="all"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811776583"/>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hf hdr="0"/>
  <p:txStyles>
    <p:titleStyle>
      <a:lvl1pPr algn="l" defTabSz="914400" rtl="0" eaLnBrk="1" latinLnBrk="0" hangingPunct="1">
        <a:lnSpc>
          <a:spcPct val="80000"/>
        </a:lnSpc>
        <a:spcBef>
          <a:spcPct val="0"/>
        </a:spcBef>
        <a:buNone/>
        <a:defRPr sz="2400" b="1" i="0" kern="1200" cap="all" spc="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cap="none" baseline="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cap="none" baseline="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cap="none" baseline="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cap="none" baseline="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cap="none"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296" userDrawn="1">
          <p15:clr>
            <a:srgbClr val="F26B43"/>
          </p15:clr>
        </p15:guide>
        <p15:guide id="26" pos="384" userDrawn="1">
          <p15:clr>
            <a:srgbClr val="F26B43"/>
          </p15:clr>
        </p15:guide>
        <p15:guide id="27" orient="horz" pos="192" userDrawn="1">
          <p15:clr>
            <a:srgbClr val="F26B43"/>
          </p15:clr>
        </p15:guide>
        <p15:guide id="28" orient="horz" pos="3936" userDrawn="1">
          <p15:clr>
            <a:srgbClr val="F26B43"/>
          </p15:clr>
        </p15:guide>
        <p15:guide id="29" orient="horz" pos="384" userDrawn="1">
          <p15:clr>
            <a:srgbClr val="F26B43"/>
          </p15:clr>
        </p15:guide>
        <p15:guide id="30" orient="horz" pos="4128" userDrawn="1">
          <p15:clr>
            <a:srgbClr val="F26B43"/>
          </p15:clr>
        </p15:guide>
        <p15:guide id="31" orient="horz" pos="864" userDrawn="1">
          <p15:clr>
            <a:srgbClr val="F26B43"/>
          </p15:clr>
        </p15:guide>
        <p15:guide id="32" pos="6720" userDrawn="1">
          <p15:clr>
            <a:srgbClr val="F26B43"/>
          </p15:clr>
        </p15:guide>
        <p15:guide id="33" pos="6096" userDrawn="1">
          <p15:clr>
            <a:srgbClr val="F26B43"/>
          </p15:clr>
        </p15:guide>
        <p15:guide id="34" pos="960" userDrawn="1">
          <p15:clr>
            <a:srgbClr val="F26B43"/>
          </p15:clr>
        </p15:guide>
        <p15:guide id="35" pos="158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7151B-A469-2CD8-1EB8-3C2974648ACC}"/>
              </a:ext>
            </a:extLst>
          </p:cNvPr>
          <p:cNvSpPr>
            <a:spLocks noGrp="1"/>
          </p:cNvSpPr>
          <p:nvPr>
            <p:ph type="ctrTitle"/>
          </p:nvPr>
        </p:nvSpPr>
        <p:spPr>
          <a:xfrm>
            <a:off x="612646" y="1401420"/>
            <a:ext cx="9140954" cy="2836729"/>
          </a:xfrm>
        </p:spPr>
        <p:txBody>
          <a:bodyPr anchor="b">
            <a:normAutofit/>
          </a:bodyPr>
          <a:lstStyle/>
          <a:p>
            <a:r>
              <a:rPr lang="en-US"/>
              <a:t>Croma Automation Framework</a:t>
            </a:r>
          </a:p>
        </p:txBody>
      </p:sp>
      <p:sp>
        <p:nvSpPr>
          <p:cNvPr id="3" name="Subtitle 2">
            <a:extLst>
              <a:ext uri="{FF2B5EF4-FFF2-40B4-BE49-F238E27FC236}">
                <a16:creationId xmlns:a16="http://schemas.microsoft.com/office/drawing/2014/main" id="{4B57A033-B529-F64C-67AC-7DD3AEF6F3C4}"/>
              </a:ext>
            </a:extLst>
          </p:cNvPr>
          <p:cNvSpPr>
            <a:spLocks noGrp="1"/>
          </p:cNvSpPr>
          <p:nvPr>
            <p:ph type="subTitle" idx="1"/>
          </p:nvPr>
        </p:nvSpPr>
        <p:spPr>
          <a:xfrm>
            <a:off x="612647" y="4622197"/>
            <a:ext cx="7312153" cy="1014984"/>
          </a:xfrm>
        </p:spPr>
        <p:txBody>
          <a:bodyPr>
            <a:normAutofit/>
          </a:bodyPr>
          <a:lstStyle/>
          <a:p>
            <a:r>
              <a:rPr lang="en-US"/>
              <a:t>Innovative solutions to streamline automated processes</a:t>
            </a:r>
          </a:p>
        </p:txBody>
      </p:sp>
      <p:sp>
        <p:nvSpPr>
          <p:cNvPr id="4" name="Date Placeholder 3">
            <a:extLst>
              <a:ext uri="{FF2B5EF4-FFF2-40B4-BE49-F238E27FC236}">
                <a16:creationId xmlns:a16="http://schemas.microsoft.com/office/drawing/2014/main" id="{4CE0F3AF-AB84-8AFF-621D-2C4A104BFB25}"/>
              </a:ext>
            </a:extLst>
          </p:cNvPr>
          <p:cNvSpPr>
            <a:spLocks noGrp="1"/>
          </p:cNvSpPr>
          <p:nvPr>
            <p:ph type="dt" sz="half" idx="10"/>
          </p:nvPr>
        </p:nvSpPr>
        <p:spPr>
          <a:xfrm>
            <a:off x="609601" y="322731"/>
            <a:ext cx="914400" cy="286869"/>
          </a:xfrm>
        </p:spPr>
        <p:txBody>
          <a:bodyPr anchor="ctr">
            <a:normAutofit/>
          </a:bodyPr>
          <a:lstStyle/>
          <a:p>
            <a:pPr>
              <a:spcAft>
                <a:spcPts val="600"/>
              </a:spcAft>
            </a:pPr>
            <a:fld id="{1CC2392D-0077-F644-8130-034B3DFB395E}" type="datetime1">
              <a:rPr lang="en-US" smtClean="0"/>
              <a:pPr>
                <a:spcAft>
                  <a:spcPts val="600"/>
                </a:spcAft>
              </a:pPr>
              <a:t>2/13/2026</a:t>
            </a:fld>
            <a:endParaRPr lang="en-US"/>
          </a:p>
        </p:txBody>
      </p:sp>
      <p:sp>
        <p:nvSpPr>
          <p:cNvPr id="5" name="Footer Placeholder 4">
            <a:extLst>
              <a:ext uri="{FF2B5EF4-FFF2-40B4-BE49-F238E27FC236}">
                <a16:creationId xmlns:a16="http://schemas.microsoft.com/office/drawing/2014/main" id="{8DB94B20-A33B-7A40-1D65-E5CD19FD393E}"/>
              </a:ext>
            </a:extLst>
          </p:cNvPr>
          <p:cNvSpPr>
            <a:spLocks noGrp="1"/>
          </p:cNvSpPr>
          <p:nvPr>
            <p:ph type="ftr" sz="quarter" idx="11"/>
          </p:nvPr>
        </p:nvSpPr>
        <p:spPr>
          <a:xfrm>
            <a:off x="2517649" y="322731"/>
            <a:ext cx="7150608" cy="286869"/>
          </a:xfrm>
        </p:spPr>
        <p:txBody>
          <a:bodyPr anchor="ctr">
            <a:normAutofit/>
          </a:bodyPr>
          <a:lstStyle/>
          <a:p>
            <a:pPr>
              <a:spcAft>
                <a:spcPts val="600"/>
              </a:spcAft>
            </a:pPr>
            <a:r>
              <a:rPr lang="en-US"/>
              <a:t>Sample Footer Text</a:t>
            </a:r>
          </a:p>
        </p:txBody>
      </p:sp>
      <p:sp>
        <p:nvSpPr>
          <p:cNvPr id="6" name="Slide Number Placeholder 5">
            <a:extLst>
              <a:ext uri="{FF2B5EF4-FFF2-40B4-BE49-F238E27FC236}">
                <a16:creationId xmlns:a16="http://schemas.microsoft.com/office/drawing/2014/main" id="{AE390031-1E2E-64CD-C26A-0078917D4D05}"/>
              </a:ext>
            </a:extLst>
          </p:cNvPr>
          <p:cNvSpPr>
            <a:spLocks noGrp="1"/>
          </p:cNvSpPr>
          <p:nvPr>
            <p:ph type="sldNum" sz="quarter" idx="12"/>
          </p:nvPr>
        </p:nvSpPr>
        <p:spPr>
          <a:xfrm>
            <a:off x="10661904" y="322731"/>
            <a:ext cx="914400" cy="286869"/>
          </a:xfrm>
        </p:spPr>
        <p:txBody>
          <a:bodyPr anchor="ctr">
            <a:normAutofit/>
          </a:bodyPr>
          <a:lstStyle/>
          <a:p>
            <a:pPr>
              <a:spcAft>
                <a:spcPts val="600"/>
              </a:spcAft>
            </a:pPr>
            <a:fld id="{AEAA3239-9EA4-4A65-A281-97F994456D9F}" type="slidenum">
              <a:rPr lang="en-US" smtClean="0"/>
              <a:pPr>
                <a:spcAft>
                  <a:spcPts val="600"/>
                </a:spcAft>
              </a:pPr>
              <a:t>1</a:t>
            </a:fld>
            <a:endParaRPr lang="en-US"/>
          </a:p>
        </p:txBody>
      </p:sp>
    </p:spTree>
    <p:extLst>
      <p:ext uri="{BB962C8B-B14F-4D97-AF65-F5344CB8AC3E}">
        <p14:creationId xmlns:p14="http://schemas.microsoft.com/office/powerpoint/2010/main" val="1142255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25D4D-9DC5-FC2E-AAF4-AF5568E0678A}"/>
              </a:ext>
            </a:extLst>
          </p:cNvPr>
          <p:cNvSpPr>
            <a:spLocks noGrp="1"/>
          </p:cNvSpPr>
          <p:nvPr>
            <p:ph type="ctrTitle"/>
          </p:nvPr>
        </p:nvSpPr>
        <p:spPr>
          <a:xfrm>
            <a:off x="612648" y="1417671"/>
            <a:ext cx="7909560" cy="4830729"/>
          </a:xfrm>
        </p:spPr>
        <p:txBody>
          <a:bodyPr anchor="b">
            <a:normAutofit/>
          </a:bodyPr>
          <a:lstStyle/>
          <a:p>
            <a:r>
              <a:rPr lang="en-US"/>
              <a:t>Project Overview</a:t>
            </a:r>
          </a:p>
        </p:txBody>
      </p:sp>
      <p:sp>
        <p:nvSpPr>
          <p:cNvPr id="4" name="Date Placeholder 3">
            <a:extLst>
              <a:ext uri="{FF2B5EF4-FFF2-40B4-BE49-F238E27FC236}">
                <a16:creationId xmlns:a16="http://schemas.microsoft.com/office/drawing/2014/main" id="{55C16DD3-469D-2603-CEC5-BCFEB989E45C}"/>
              </a:ext>
            </a:extLst>
          </p:cNvPr>
          <p:cNvSpPr>
            <a:spLocks noGrp="1"/>
          </p:cNvSpPr>
          <p:nvPr>
            <p:ph type="dt" sz="half" idx="10"/>
          </p:nvPr>
        </p:nvSpPr>
        <p:spPr>
          <a:xfrm>
            <a:off x="609600" y="322731"/>
            <a:ext cx="914400" cy="286869"/>
          </a:xfrm>
        </p:spPr>
        <p:txBody>
          <a:bodyPr anchor="ctr">
            <a:normAutofit/>
          </a:bodyPr>
          <a:lstStyle/>
          <a:p>
            <a:pPr>
              <a:spcAft>
                <a:spcPts val="600"/>
              </a:spcAft>
            </a:pPr>
            <a:fld id="{1CC2392D-0077-F644-8130-034B3DFB395E}" type="datetime1">
              <a:rPr lang="en-US" smtClean="0"/>
              <a:pPr>
                <a:spcAft>
                  <a:spcPts val="600"/>
                </a:spcAft>
              </a:pPr>
              <a:t>2/13/2026</a:t>
            </a:fld>
            <a:endParaRPr lang="en-US"/>
          </a:p>
        </p:txBody>
      </p:sp>
      <p:sp>
        <p:nvSpPr>
          <p:cNvPr id="5" name="Footer Placeholder 4">
            <a:extLst>
              <a:ext uri="{FF2B5EF4-FFF2-40B4-BE49-F238E27FC236}">
                <a16:creationId xmlns:a16="http://schemas.microsoft.com/office/drawing/2014/main" id="{8BD81F5F-176D-518C-CDF4-BF9D1203865F}"/>
              </a:ext>
            </a:extLst>
          </p:cNvPr>
          <p:cNvSpPr>
            <a:spLocks noGrp="1"/>
          </p:cNvSpPr>
          <p:nvPr>
            <p:ph type="ftr" sz="quarter" idx="11"/>
          </p:nvPr>
        </p:nvSpPr>
        <p:spPr>
          <a:xfrm>
            <a:off x="2517648" y="322731"/>
            <a:ext cx="7150608" cy="286869"/>
          </a:xfrm>
        </p:spPr>
        <p:txBody>
          <a:bodyPr anchor="ctr">
            <a:normAutofit/>
          </a:bodyPr>
          <a:lstStyle/>
          <a:p>
            <a:pPr>
              <a:spcAft>
                <a:spcPts val="600"/>
              </a:spcAft>
            </a:pPr>
            <a:r>
              <a:rPr lang="en-US"/>
              <a:t>Sample Footer Text</a:t>
            </a:r>
          </a:p>
        </p:txBody>
      </p:sp>
      <p:sp>
        <p:nvSpPr>
          <p:cNvPr id="6" name="Slide Number Placeholder 5">
            <a:extLst>
              <a:ext uri="{FF2B5EF4-FFF2-40B4-BE49-F238E27FC236}">
                <a16:creationId xmlns:a16="http://schemas.microsoft.com/office/drawing/2014/main" id="{7DA7F4CE-C69E-CDE7-309C-D84AD77909EF}"/>
              </a:ext>
            </a:extLst>
          </p:cNvPr>
          <p:cNvSpPr>
            <a:spLocks noGrp="1"/>
          </p:cNvSpPr>
          <p:nvPr>
            <p:ph type="sldNum" sz="quarter" idx="12"/>
          </p:nvPr>
        </p:nvSpPr>
        <p:spPr>
          <a:xfrm>
            <a:off x="10661904" y="322731"/>
            <a:ext cx="914400" cy="286869"/>
          </a:xfrm>
        </p:spPr>
        <p:txBody>
          <a:bodyPr anchor="ctr">
            <a:normAutofit/>
          </a:bodyPr>
          <a:lstStyle/>
          <a:p>
            <a:pPr>
              <a:spcAft>
                <a:spcPts val="600"/>
              </a:spcAft>
            </a:pPr>
            <a:fld id="{AEAA3239-9EA4-4A65-A281-97F994456D9F}" type="slidenum">
              <a:rPr lang="en-US" smtClean="0"/>
              <a:pPr>
                <a:spcAft>
                  <a:spcPts val="600"/>
                </a:spcAft>
              </a:pPr>
              <a:t>2</a:t>
            </a:fld>
            <a:endParaRPr lang="en-US"/>
          </a:p>
        </p:txBody>
      </p:sp>
      <p:pic>
        <p:nvPicPr>
          <p:cNvPr id="3" name="Picture 2" descr="A screenshot of a computer&#10;&#10;AI-generated content may be incorrect.">
            <a:extLst>
              <a:ext uri="{FF2B5EF4-FFF2-40B4-BE49-F238E27FC236}">
                <a16:creationId xmlns:a16="http://schemas.microsoft.com/office/drawing/2014/main" id="{188B3D7C-B4FA-0DC3-9EDD-A858E13E97C9}"/>
              </a:ext>
            </a:extLst>
          </p:cNvPr>
          <p:cNvPicPr>
            <a:picLocks noChangeAspect="1"/>
          </p:cNvPicPr>
          <p:nvPr/>
        </p:nvPicPr>
        <p:blipFill>
          <a:blip r:embed="rId3"/>
          <a:stretch>
            <a:fillRect/>
          </a:stretch>
        </p:blipFill>
        <p:spPr>
          <a:xfrm>
            <a:off x="2050676" y="829235"/>
            <a:ext cx="7339853" cy="4123765"/>
          </a:xfrm>
          <a:prstGeom prst="rect">
            <a:avLst/>
          </a:prstGeom>
        </p:spPr>
      </p:pic>
    </p:spTree>
    <p:extLst>
      <p:ext uri="{BB962C8B-B14F-4D97-AF65-F5344CB8AC3E}">
        <p14:creationId xmlns:p14="http://schemas.microsoft.com/office/powerpoint/2010/main" val="42665047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3DE68-C83E-5F0C-7D3E-4370CDE4B240}"/>
              </a:ext>
            </a:extLst>
          </p:cNvPr>
          <p:cNvSpPr>
            <a:spLocks noGrp="1"/>
          </p:cNvSpPr>
          <p:nvPr>
            <p:ph type="title"/>
          </p:nvPr>
        </p:nvSpPr>
        <p:spPr>
          <a:xfrm>
            <a:off x="609599" y="1371600"/>
            <a:ext cx="4675633" cy="990600"/>
          </a:xfrm>
        </p:spPr>
        <p:txBody>
          <a:bodyPr anchor="t">
            <a:normAutofit/>
          </a:bodyPr>
          <a:lstStyle/>
          <a:p>
            <a:r>
              <a:rPr lang="en-US"/>
              <a:t>Purpose and Workflow Summary</a:t>
            </a:r>
          </a:p>
        </p:txBody>
      </p:sp>
      <p:sp>
        <p:nvSpPr>
          <p:cNvPr id="3" name="Date Placeholder 2">
            <a:extLst>
              <a:ext uri="{FF2B5EF4-FFF2-40B4-BE49-F238E27FC236}">
                <a16:creationId xmlns:a16="http://schemas.microsoft.com/office/drawing/2014/main" id="{FF11B3E4-92A5-FEC9-98C9-7E9C90DB837A}"/>
              </a:ext>
            </a:extLst>
          </p:cNvPr>
          <p:cNvSpPr>
            <a:spLocks noGrp="1"/>
          </p:cNvSpPr>
          <p:nvPr>
            <p:ph type="dt" sz="half" idx="10"/>
          </p:nvPr>
        </p:nvSpPr>
        <p:spPr>
          <a:xfrm>
            <a:off x="609600" y="322731"/>
            <a:ext cx="914400" cy="286869"/>
          </a:xfrm>
        </p:spPr>
        <p:txBody>
          <a:bodyPr anchor="ctr">
            <a:normAutofit/>
          </a:bodyPr>
          <a:lstStyle/>
          <a:p>
            <a:pPr>
              <a:spcAft>
                <a:spcPts val="600"/>
              </a:spcAft>
            </a:pPr>
            <a:fld id="{5C3B29B2-4593-A044-9190-FE2DA1AD031D}" type="datetime1">
              <a:rPr lang="en-US" smtClean="0"/>
              <a:pPr>
                <a:spcAft>
                  <a:spcPts val="600"/>
                </a:spcAft>
              </a:pPr>
              <a:t>2/13/2026</a:t>
            </a:fld>
            <a:endParaRPr lang="en-US"/>
          </a:p>
        </p:txBody>
      </p:sp>
      <p:sp>
        <p:nvSpPr>
          <p:cNvPr id="4" name="Footer Placeholder 3">
            <a:extLst>
              <a:ext uri="{FF2B5EF4-FFF2-40B4-BE49-F238E27FC236}">
                <a16:creationId xmlns:a16="http://schemas.microsoft.com/office/drawing/2014/main" id="{07307826-17A6-A05A-9C53-9F32F46B2181}"/>
              </a:ext>
            </a:extLst>
          </p:cNvPr>
          <p:cNvSpPr>
            <a:spLocks noGrp="1"/>
          </p:cNvSpPr>
          <p:nvPr>
            <p:ph type="ftr" sz="quarter" idx="11"/>
          </p:nvPr>
        </p:nvSpPr>
        <p:spPr>
          <a:xfrm>
            <a:off x="2517648" y="322731"/>
            <a:ext cx="7150608" cy="286869"/>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E4F958D8-FED7-578E-FB4D-6EFA53D7E5D7}"/>
              </a:ext>
            </a:extLst>
          </p:cNvPr>
          <p:cNvSpPr>
            <a:spLocks noGrp="1"/>
          </p:cNvSpPr>
          <p:nvPr>
            <p:ph type="sldNum" sz="quarter" idx="12"/>
          </p:nvPr>
        </p:nvSpPr>
        <p:spPr>
          <a:xfrm>
            <a:off x="10661904" y="322731"/>
            <a:ext cx="914400" cy="286869"/>
          </a:xfrm>
        </p:spPr>
        <p:txBody>
          <a:bodyPr anchor="ctr">
            <a:normAutofit/>
          </a:bodyPr>
          <a:lstStyle/>
          <a:p>
            <a:pPr>
              <a:spcAft>
                <a:spcPts val="600"/>
              </a:spcAft>
            </a:pPr>
            <a:fld id="{AEAA3239-9EA4-4A65-A281-97F994456D9F}" type="slidenum">
              <a:rPr lang="en-US" smtClean="0"/>
              <a:pPr>
                <a:spcAft>
                  <a:spcPts val="600"/>
                </a:spcAft>
              </a:pPr>
              <a:t>3</a:t>
            </a:fld>
            <a:endParaRPr lang="en-US"/>
          </a:p>
        </p:txBody>
      </p:sp>
      <p:pic>
        <p:nvPicPr>
          <p:cNvPr id="8" name="Content Placeholder 7" descr="4K Resolution">
            <a:extLst>
              <a:ext uri="{FF2B5EF4-FFF2-40B4-BE49-F238E27FC236}">
                <a16:creationId xmlns:a16="http://schemas.microsoft.com/office/drawing/2014/main" id="{1E4A95C5-AA35-4249-9C28-A239F2965ECC}"/>
              </a:ext>
            </a:extLst>
          </p:cNvPr>
          <p:cNvPicPr>
            <a:picLocks noGrp="1" noChangeAspect="1"/>
          </p:cNvPicPr>
          <p:nvPr>
            <p:ph type="pic" sz="quarter" idx="13"/>
          </p:nvPr>
        </p:nvPicPr>
        <p:blipFill>
          <a:blip r:embed="rId3"/>
          <a:stretch/>
        </p:blipFill>
        <p:spPr>
          <a:xfrm>
            <a:off x="609600" y="3182301"/>
            <a:ext cx="4675632" cy="2630043"/>
          </a:xfrm>
        </p:spPr>
      </p:pic>
      <p:sp>
        <p:nvSpPr>
          <p:cNvPr id="7" name="Content Placeholder 6">
            <a:extLst>
              <a:ext uri="{FF2B5EF4-FFF2-40B4-BE49-F238E27FC236}">
                <a16:creationId xmlns:a16="http://schemas.microsoft.com/office/drawing/2014/main" id="{46C22C44-06DE-41B9-4F82-4C5C7449008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12502" y="1371600"/>
            <a:ext cx="5869899" cy="4876800"/>
          </a:xfrm>
        </p:spPr>
        <p:txBody>
          <a:bodyPr>
            <a:normAutofit/>
          </a:bodyPr>
          <a:lstStyle/>
          <a:p>
            <a:pPr marL="0" indent="0">
              <a:spcBef>
                <a:spcPts val="2500"/>
              </a:spcBef>
              <a:buFont typeface="Arial" panose="020B0604020202020204" pitchFamily="34" charset="0"/>
              <a:buNone/>
            </a:pPr>
            <a:r>
              <a:rPr lang="en-US" b="1"/>
              <a:t>Framework Setup and Data Input</a:t>
            </a:r>
          </a:p>
          <a:p>
            <a:pPr marL="0" lvl="1" indent="0">
              <a:buFont typeface="Arial" panose="020B0604020202020204" pitchFamily="34" charset="0"/>
              <a:buNone/>
            </a:pPr>
            <a:r>
              <a:t>The framework launches the home page and dynamically reads test data from Excel using Apache POI for data-driven testing.</a:t>
            </a:r>
            <a:endParaRPr lang="en-US"/>
          </a:p>
          <a:p>
            <a:pPr marL="0" indent="0">
              <a:spcBef>
                <a:spcPts val="2500"/>
              </a:spcBef>
              <a:buFont typeface="Arial" panose="020B0604020202020204" pitchFamily="34" charset="0"/>
              <a:buNone/>
            </a:pPr>
            <a:r>
              <a:rPr lang="en-US" b="1"/>
              <a:t>Search and Filtering Process</a:t>
            </a:r>
          </a:p>
          <a:p>
            <a:pPr marL="0" lvl="1" indent="0">
              <a:buFont typeface="Arial" panose="020B0604020202020204" pitchFamily="34" charset="0"/>
              <a:buNone/>
            </a:pPr>
            <a:r>
              <a:t>Search terms are entered using CSS selectors; price range filters are applied via modal filter drawer with XPath selectors.</a:t>
            </a:r>
            <a:endParaRPr lang="en-US"/>
          </a:p>
          <a:p>
            <a:pPr marL="0" indent="0">
              <a:spcBef>
                <a:spcPts val="2500"/>
              </a:spcBef>
              <a:buFont typeface="Arial" panose="020B0604020202020204" pitchFamily="34" charset="0"/>
              <a:buNone/>
            </a:pPr>
            <a:r>
              <a:rPr lang="en-US" b="1"/>
              <a:t>Product Extraction and Validation</a:t>
            </a:r>
          </a:p>
          <a:p>
            <a:pPr marL="0" lvl="1" indent="0">
              <a:buFont typeface="Arial" panose="020B0604020202020204" pitchFamily="34" charset="0"/>
              <a:buNone/>
            </a:pPr>
            <a:r>
              <a:t>Product names and prices are extracted with layered locators, parsed, and validated against test data price constraints.</a:t>
            </a:r>
            <a:endParaRPr lang="en-US"/>
          </a:p>
          <a:p>
            <a:pPr marL="0" indent="0">
              <a:spcBef>
                <a:spcPts val="2500"/>
              </a:spcBef>
              <a:buFont typeface="Arial" panose="020B0604020202020204" pitchFamily="34" charset="0"/>
              <a:buNone/>
            </a:pPr>
            <a:r>
              <a:rPr lang="en-US" b="1"/>
              <a:t>Logging and Error Handling</a:t>
            </a:r>
          </a:p>
          <a:p>
            <a:pPr marL="0" lvl="1" indent="0">
              <a:buFont typeface="Arial" panose="020B0604020202020204" pitchFamily="34" charset="0"/>
              <a:buNone/>
            </a:pPr>
            <a:r>
              <a:t>Execution logs and screenshots on failure aid debugging, ensuring reliability and maintainability of the automation framework.</a:t>
            </a:r>
            <a:endParaRPr lang="en-US"/>
          </a:p>
        </p:txBody>
      </p:sp>
    </p:spTree>
    <p:extLst>
      <p:ext uri="{BB962C8B-B14F-4D97-AF65-F5344CB8AC3E}">
        <p14:creationId xmlns:p14="http://schemas.microsoft.com/office/powerpoint/2010/main" val="14596157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F1BD6-2987-D814-3E09-1ECEAC0F36A4}"/>
              </a:ext>
            </a:extLst>
          </p:cNvPr>
          <p:cNvSpPr>
            <a:spLocks noGrp="1"/>
          </p:cNvSpPr>
          <p:nvPr>
            <p:ph type="ctrTitle"/>
          </p:nvPr>
        </p:nvSpPr>
        <p:spPr>
          <a:xfrm>
            <a:off x="612648" y="1417671"/>
            <a:ext cx="7909560" cy="4830729"/>
          </a:xfrm>
        </p:spPr>
        <p:txBody>
          <a:bodyPr anchor="b">
            <a:normAutofit/>
          </a:bodyPr>
          <a:lstStyle/>
          <a:p>
            <a:r>
              <a:rPr lang="en-US"/>
              <a:t>Technology Stack</a:t>
            </a:r>
          </a:p>
        </p:txBody>
      </p:sp>
      <p:sp>
        <p:nvSpPr>
          <p:cNvPr id="4" name="Date Placeholder 3">
            <a:extLst>
              <a:ext uri="{FF2B5EF4-FFF2-40B4-BE49-F238E27FC236}">
                <a16:creationId xmlns:a16="http://schemas.microsoft.com/office/drawing/2014/main" id="{0620291A-A442-1E07-BD23-FCD95AC85820}"/>
              </a:ext>
            </a:extLst>
          </p:cNvPr>
          <p:cNvSpPr>
            <a:spLocks noGrp="1"/>
          </p:cNvSpPr>
          <p:nvPr>
            <p:ph type="dt" sz="half" idx="10"/>
          </p:nvPr>
        </p:nvSpPr>
        <p:spPr>
          <a:xfrm>
            <a:off x="609600" y="322731"/>
            <a:ext cx="914400" cy="286869"/>
          </a:xfrm>
        </p:spPr>
        <p:txBody>
          <a:bodyPr anchor="ctr">
            <a:normAutofit/>
          </a:bodyPr>
          <a:lstStyle/>
          <a:p>
            <a:pPr>
              <a:spcAft>
                <a:spcPts val="600"/>
              </a:spcAft>
            </a:pPr>
            <a:fld id="{1CC2392D-0077-F644-8130-034B3DFB395E}" type="datetime1">
              <a:rPr lang="en-US" smtClean="0"/>
              <a:pPr>
                <a:spcAft>
                  <a:spcPts val="600"/>
                </a:spcAft>
              </a:pPr>
              <a:t>2/13/2026</a:t>
            </a:fld>
            <a:endParaRPr lang="en-US"/>
          </a:p>
        </p:txBody>
      </p:sp>
      <p:sp>
        <p:nvSpPr>
          <p:cNvPr id="5" name="Footer Placeholder 4">
            <a:extLst>
              <a:ext uri="{FF2B5EF4-FFF2-40B4-BE49-F238E27FC236}">
                <a16:creationId xmlns:a16="http://schemas.microsoft.com/office/drawing/2014/main" id="{C3D778B7-5D96-B440-2F10-22060D11E659}"/>
              </a:ext>
            </a:extLst>
          </p:cNvPr>
          <p:cNvSpPr>
            <a:spLocks noGrp="1"/>
          </p:cNvSpPr>
          <p:nvPr>
            <p:ph type="ftr" sz="quarter" idx="11"/>
          </p:nvPr>
        </p:nvSpPr>
        <p:spPr>
          <a:xfrm>
            <a:off x="2517648" y="322731"/>
            <a:ext cx="7150608" cy="286869"/>
          </a:xfrm>
        </p:spPr>
        <p:txBody>
          <a:bodyPr anchor="ctr">
            <a:normAutofit/>
          </a:bodyPr>
          <a:lstStyle/>
          <a:p>
            <a:pPr>
              <a:spcAft>
                <a:spcPts val="600"/>
              </a:spcAft>
            </a:pPr>
            <a:r>
              <a:rPr lang="en-US"/>
              <a:t>Sample Footer Text</a:t>
            </a:r>
          </a:p>
        </p:txBody>
      </p:sp>
      <p:sp>
        <p:nvSpPr>
          <p:cNvPr id="6" name="Slide Number Placeholder 5">
            <a:extLst>
              <a:ext uri="{FF2B5EF4-FFF2-40B4-BE49-F238E27FC236}">
                <a16:creationId xmlns:a16="http://schemas.microsoft.com/office/drawing/2014/main" id="{F7331B94-783B-20A3-C1B1-57BAAB170971}"/>
              </a:ext>
            </a:extLst>
          </p:cNvPr>
          <p:cNvSpPr>
            <a:spLocks noGrp="1"/>
          </p:cNvSpPr>
          <p:nvPr>
            <p:ph type="sldNum" sz="quarter" idx="12"/>
          </p:nvPr>
        </p:nvSpPr>
        <p:spPr>
          <a:xfrm>
            <a:off x="10661904" y="322731"/>
            <a:ext cx="914400" cy="286869"/>
          </a:xfrm>
        </p:spPr>
        <p:txBody>
          <a:bodyPr anchor="ctr">
            <a:normAutofit/>
          </a:bodyPr>
          <a:lstStyle/>
          <a:p>
            <a:pPr>
              <a:spcAft>
                <a:spcPts val="600"/>
              </a:spcAft>
            </a:pPr>
            <a:fld id="{AEAA3239-9EA4-4A65-A281-97F994456D9F}" type="slidenum">
              <a:rPr lang="en-US" smtClean="0"/>
              <a:pPr>
                <a:spcAft>
                  <a:spcPts val="600"/>
                </a:spcAft>
              </a:pPr>
              <a:t>4</a:t>
            </a:fld>
            <a:endParaRPr lang="en-US"/>
          </a:p>
        </p:txBody>
      </p:sp>
    </p:spTree>
    <p:extLst>
      <p:ext uri="{BB962C8B-B14F-4D97-AF65-F5344CB8AC3E}">
        <p14:creationId xmlns:p14="http://schemas.microsoft.com/office/powerpoint/2010/main" val="31682120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633B4-B5E1-8300-1F3A-9F18A29348F7}"/>
              </a:ext>
            </a:extLst>
          </p:cNvPr>
          <p:cNvSpPr>
            <a:spLocks noGrp="1"/>
          </p:cNvSpPr>
          <p:nvPr>
            <p:ph type="title"/>
          </p:nvPr>
        </p:nvSpPr>
        <p:spPr>
          <a:xfrm>
            <a:off x="612646" y="1371600"/>
            <a:ext cx="7166187" cy="606886"/>
          </a:xfrm>
        </p:spPr>
        <p:txBody>
          <a:bodyPr anchor="t">
            <a:normAutofit/>
          </a:bodyPr>
          <a:lstStyle/>
          <a:p>
            <a:r>
              <a:rPr lang="en-US" sz="2200"/>
              <a:t>Tools, Libraries, and Technologies Used</a:t>
            </a:r>
          </a:p>
        </p:txBody>
      </p:sp>
      <p:sp>
        <p:nvSpPr>
          <p:cNvPr id="3" name="Date Placeholder 2">
            <a:extLst>
              <a:ext uri="{FF2B5EF4-FFF2-40B4-BE49-F238E27FC236}">
                <a16:creationId xmlns:a16="http://schemas.microsoft.com/office/drawing/2014/main" id="{3D46E5A0-71D0-936D-E969-3BF223D9B722}"/>
              </a:ext>
            </a:extLst>
          </p:cNvPr>
          <p:cNvSpPr>
            <a:spLocks noGrp="1"/>
          </p:cNvSpPr>
          <p:nvPr>
            <p:ph type="dt" sz="half" idx="15"/>
          </p:nvPr>
        </p:nvSpPr>
        <p:spPr>
          <a:xfrm>
            <a:off x="609600" y="322731"/>
            <a:ext cx="914400" cy="283464"/>
          </a:xfrm>
        </p:spPr>
        <p:txBody>
          <a:bodyPr anchor="ctr">
            <a:normAutofit/>
          </a:bodyPr>
          <a:lstStyle/>
          <a:p>
            <a:pPr>
              <a:spcAft>
                <a:spcPts val="600"/>
              </a:spcAft>
            </a:pPr>
            <a:fld id="{5C3B29B2-4593-A044-9190-FE2DA1AD031D}" type="datetime1">
              <a:rPr lang="en-US" smtClean="0"/>
              <a:pPr>
                <a:spcAft>
                  <a:spcPts val="600"/>
                </a:spcAft>
              </a:pPr>
              <a:t>2/13/2026</a:t>
            </a:fld>
            <a:endParaRPr lang="en-US"/>
          </a:p>
        </p:txBody>
      </p:sp>
      <p:sp>
        <p:nvSpPr>
          <p:cNvPr id="4" name="Footer Placeholder 3">
            <a:extLst>
              <a:ext uri="{FF2B5EF4-FFF2-40B4-BE49-F238E27FC236}">
                <a16:creationId xmlns:a16="http://schemas.microsoft.com/office/drawing/2014/main" id="{FD8BC2F9-3B35-91C3-DDD1-4A3F6F6CE313}"/>
              </a:ext>
            </a:extLst>
          </p:cNvPr>
          <p:cNvSpPr>
            <a:spLocks noGrp="1"/>
          </p:cNvSpPr>
          <p:nvPr>
            <p:ph type="ftr" sz="quarter" idx="16"/>
          </p:nvPr>
        </p:nvSpPr>
        <p:spPr>
          <a:xfrm>
            <a:off x="2514600" y="322731"/>
            <a:ext cx="7162800" cy="283464"/>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ABD65128-C37D-9F68-6C57-2C198967B861}"/>
              </a:ext>
            </a:extLst>
          </p:cNvPr>
          <p:cNvSpPr>
            <a:spLocks noGrp="1"/>
          </p:cNvSpPr>
          <p:nvPr>
            <p:ph type="sldNum" sz="quarter" idx="17"/>
          </p:nvPr>
        </p:nvSpPr>
        <p:spPr>
          <a:xfrm>
            <a:off x="10664953" y="322731"/>
            <a:ext cx="914400" cy="283464"/>
          </a:xfrm>
        </p:spPr>
        <p:txBody>
          <a:bodyPr anchor="ctr">
            <a:normAutofit/>
          </a:bodyPr>
          <a:lstStyle/>
          <a:p>
            <a:pPr>
              <a:spcAft>
                <a:spcPts val="600"/>
              </a:spcAft>
            </a:pPr>
            <a:fld id="{AEAA3239-9EA4-4A65-A281-97F994456D9F}" type="slidenum">
              <a:rPr lang="en-US" smtClean="0"/>
              <a:pPr>
                <a:spcAft>
                  <a:spcPts val="600"/>
                </a:spcAft>
              </a:pPr>
              <a:t>5</a:t>
            </a:fld>
            <a:endParaRPr lang="en-US"/>
          </a:p>
        </p:txBody>
      </p:sp>
      <p:sp>
        <p:nvSpPr>
          <p:cNvPr id="7" name="Content Placeholder 6">
            <a:extLst>
              <a:ext uri="{FF2B5EF4-FFF2-40B4-BE49-F238E27FC236}">
                <a16:creationId xmlns:a16="http://schemas.microsoft.com/office/drawing/2014/main" id="{EB81C297-AC38-77A4-8772-4B45BC76A76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362534"/>
            <a:ext cx="7166188" cy="3885866"/>
          </a:xfrm>
        </p:spPr>
        <p:txBody>
          <a:bodyPr>
            <a:normAutofit/>
          </a:bodyPr>
          <a:lstStyle/>
          <a:p>
            <a:pPr marL="0" indent="0">
              <a:lnSpc>
                <a:spcPct val="110000"/>
              </a:lnSpc>
              <a:spcBef>
                <a:spcPts val="2500"/>
              </a:spcBef>
              <a:buFont typeface="Arial" panose="020B0604020202020204" pitchFamily="34" charset="0"/>
              <a:buNone/>
            </a:pPr>
            <a:r>
              <a:rPr lang="en-US" sz="1200" b="1"/>
              <a:t>Core Programming Language</a:t>
            </a:r>
          </a:p>
          <a:p>
            <a:pPr marL="0" lvl="1" indent="0">
              <a:lnSpc>
                <a:spcPct val="110000"/>
              </a:lnSpc>
              <a:buFont typeface="Arial" panose="020B0604020202020204" pitchFamily="34" charset="0"/>
              <a:buNone/>
            </a:pPr>
            <a:r>
              <a:rPr lang="en-US" sz="1200"/>
              <a:t>Java 17 provides strong type safety and seamless integration with WebDriver APIs for stable automation.</a:t>
            </a:r>
          </a:p>
          <a:p>
            <a:pPr marL="0" indent="0">
              <a:lnSpc>
                <a:spcPct val="110000"/>
              </a:lnSpc>
              <a:spcBef>
                <a:spcPts val="2500"/>
              </a:spcBef>
              <a:buFont typeface="Arial" panose="020B0604020202020204" pitchFamily="34" charset="0"/>
              <a:buNone/>
            </a:pPr>
            <a:r>
              <a:rPr lang="en-US" sz="1200" b="1"/>
              <a:t>Browser Automation</a:t>
            </a:r>
          </a:p>
          <a:p>
            <a:pPr marL="0" lvl="1" indent="0">
              <a:lnSpc>
                <a:spcPct val="110000"/>
              </a:lnSpc>
              <a:buFont typeface="Arial" panose="020B0604020202020204" pitchFamily="34" charset="0"/>
              <a:buNone/>
            </a:pPr>
            <a:r>
              <a:rPr lang="en-US" sz="1200"/>
              <a:t>Selenium WebDriver 4.x enables interaction with dynamic web elements across React-based interfaces.</a:t>
            </a:r>
          </a:p>
          <a:p>
            <a:pPr marL="0" indent="0">
              <a:lnSpc>
                <a:spcPct val="110000"/>
              </a:lnSpc>
              <a:spcBef>
                <a:spcPts val="2500"/>
              </a:spcBef>
              <a:buFont typeface="Arial" panose="020B0604020202020204" pitchFamily="34" charset="0"/>
              <a:buNone/>
            </a:pPr>
            <a:r>
              <a:rPr lang="en-US" sz="1200" b="1"/>
              <a:t>Test Structuring and Execution</a:t>
            </a:r>
          </a:p>
          <a:p>
            <a:pPr marL="0" lvl="1" indent="0">
              <a:lnSpc>
                <a:spcPct val="110000"/>
              </a:lnSpc>
              <a:buFont typeface="Arial" panose="020B0604020202020204" pitchFamily="34" charset="0"/>
              <a:buNone/>
            </a:pPr>
            <a:r>
              <a:rPr lang="en-US" sz="1200"/>
              <a:t>Cucumber BDD with Gherkin syntax and TestNG runner provide readable scenarios and parallel test execution.</a:t>
            </a:r>
          </a:p>
          <a:p>
            <a:pPr marL="0" indent="0">
              <a:lnSpc>
                <a:spcPct val="110000"/>
              </a:lnSpc>
              <a:spcBef>
                <a:spcPts val="2500"/>
              </a:spcBef>
              <a:buFont typeface="Arial" panose="020B0604020202020204" pitchFamily="34" charset="0"/>
              <a:buNone/>
            </a:pPr>
            <a:r>
              <a:rPr lang="en-US" sz="1200" b="1"/>
              <a:t>Supporting Tools and Patterns</a:t>
            </a:r>
          </a:p>
          <a:p>
            <a:pPr marL="0" lvl="1" indent="0">
              <a:lnSpc>
                <a:spcPct val="110000"/>
              </a:lnSpc>
              <a:buFont typeface="Arial" panose="020B0604020202020204" pitchFamily="34" charset="0"/>
              <a:buNone/>
            </a:pPr>
            <a:r>
              <a:rPr lang="en-US" sz="1200"/>
              <a:t>Page Object Model, Maven, Apache POI, Log4j2, and WebDriverManager enhance maintainability and data-driven testing.</a:t>
            </a:r>
          </a:p>
        </p:txBody>
      </p:sp>
      <p:pic>
        <p:nvPicPr>
          <p:cNvPr id="8" name="Content Placeholder 7" descr="Gears icon">
            <a:extLst>
              <a:ext uri="{FF2B5EF4-FFF2-40B4-BE49-F238E27FC236}">
                <a16:creationId xmlns:a16="http://schemas.microsoft.com/office/drawing/2014/main" id="{C3E7D6A9-62FA-4622-934B-92CCD8189161}"/>
              </a:ext>
            </a:extLst>
          </p:cNvPr>
          <p:cNvPicPr>
            <a:picLocks noGrp="1" noChangeAspect="1"/>
          </p:cNvPicPr>
          <p:nvPr>
            <p:ph type="pic" sz="quarter" idx="13"/>
          </p:nvPr>
        </p:nvPicPr>
        <p:blipFill>
          <a:blip r:embed="rId3"/>
          <a:srcRect l="16293" r="13707"/>
          <a:stretch>
            <a:fillRect/>
          </a:stretch>
        </p:blipFill>
        <p:spPr>
          <a:xfrm>
            <a:off x="8165593" y="1373529"/>
            <a:ext cx="3413760" cy="4876800"/>
          </a:xfrm>
        </p:spPr>
      </p:pic>
    </p:spTree>
    <p:extLst>
      <p:ext uri="{BB962C8B-B14F-4D97-AF65-F5344CB8AC3E}">
        <p14:creationId xmlns:p14="http://schemas.microsoft.com/office/powerpoint/2010/main" val="4551587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87659-4815-CF64-BC25-94269BB65F33}"/>
              </a:ext>
            </a:extLst>
          </p:cNvPr>
          <p:cNvSpPr>
            <a:spLocks noGrp="1"/>
          </p:cNvSpPr>
          <p:nvPr>
            <p:ph type="ctrTitle"/>
          </p:nvPr>
        </p:nvSpPr>
        <p:spPr>
          <a:xfrm>
            <a:off x="612648" y="1417671"/>
            <a:ext cx="7909560" cy="4830729"/>
          </a:xfrm>
        </p:spPr>
        <p:txBody>
          <a:bodyPr anchor="b">
            <a:normAutofit/>
          </a:bodyPr>
          <a:lstStyle/>
          <a:p>
            <a:r>
              <a:rPr lang="en-US"/>
              <a:t>Automation Workflow</a:t>
            </a:r>
          </a:p>
        </p:txBody>
      </p:sp>
      <p:sp>
        <p:nvSpPr>
          <p:cNvPr id="4" name="Date Placeholder 3">
            <a:extLst>
              <a:ext uri="{FF2B5EF4-FFF2-40B4-BE49-F238E27FC236}">
                <a16:creationId xmlns:a16="http://schemas.microsoft.com/office/drawing/2014/main" id="{BA64666F-55BD-7330-D896-F6B570B3E54D}"/>
              </a:ext>
            </a:extLst>
          </p:cNvPr>
          <p:cNvSpPr>
            <a:spLocks noGrp="1"/>
          </p:cNvSpPr>
          <p:nvPr>
            <p:ph type="dt" sz="half" idx="10"/>
          </p:nvPr>
        </p:nvSpPr>
        <p:spPr>
          <a:xfrm>
            <a:off x="609600" y="322731"/>
            <a:ext cx="914400" cy="286869"/>
          </a:xfrm>
        </p:spPr>
        <p:txBody>
          <a:bodyPr anchor="ctr">
            <a:normAutofit/>
          </a:bodyPr>
          <a:lstStyle/>
          <a:p>
            <a:pPr>
              <a:spcAft>
                <a:spcPts val="600"/>
              </a:spcAft>
            </a:pPr>
            <a:fld id="{1CC2392D-0077-F644-8130-034B3DFB395E}" type="datetime1">
              <a:rPr lang="en-US" smtClean="0"/>
              <a:pPr>
                <a:spcAft>
                  <a:spcPts val="600"/>
                </a:spcAft>
              </a:pPr>
              <a:t>2/13/2026</a:t>
            </a:fld>
            <a:endParaRPr lang="en-US"/>
          </a:p>
        </p:txBody>
      </p:sp>
      <p:sp>
        <p:nvSpPr>
          <p:cNvPr id="5" name="Footer Placeholder 4">
            <a:extLst>
              <a:ext uri="{FF2B5EF4-FFF2-40B4-BE49-F238E27FC236}">
                <a16:creationId xmlns:a16="http://schemas.microsoft.com/office/drawing/2014/main" id="{581B9D26-E6B8-4E0B-D789-DB7B1C0FAD79}"/>
              </a:ext>
            </a:extLst>
          </p:cNvPr>
          <p:cNvSpPr>
            <a:spLocks noGrp="1"/>
          </p:cNvSpPr>
          <p:nvPr>
            <p:ph type="ftr" sz="quarter" idx="11"/>
          </p:nvPr>
        </p:nvSpPr>
        <p:spPr>
          <a:xfrm>
            <a:off x="2517648" y="322731"/>
            <a:ext cx="7150608" cy="286869"/>
          </a:xfrm>
        </p:spPr>
        <p:txBody>
          <a:bodyPr anchor="ctr">
            <a:normAutofit/>
          </a:bodyPr>
          <a:lstStyle/>
          <a:p>
            <a:pPr>
              <a:spcAft>
                <a:spcPts val="600"/>
              </a:spcAft>
            </a:pPr>
            <a:r>
              <a:rPr lang="en-US"/>
              <a:t>Sample Footer Text</a:t>
            </a:r>
          </a:p>
        </p:txBody>
      </p:sp>
      <p:sp>
        <p:nvSpPr>
          <p:cNvPr id="6" name="Slide Number Placeholder 5">
            <a:extLst>
              <a:ext uri="{FF2B5EF4-FFF2-40B4-BE49-F238E27FC236}">
                <a16:creationId xmlns:a16="http://schemas.microsoft.com/office/drawing/2014/main" id="{1935E4E9-7AEB-D154-BD06-01BF7280919C}"/>
              </a:ext>
            </a:extLst>
          </p:cNvPr>
          <p:cNvSpPr>
            <a:spLocks noGrp="1"/>
          </p:cNvSpPr>
          <p:nvPr>
            <p:ph type="sldNum" sz="quarter" idx="12"/>
          </p:nvPr>
        </p:nvSpPr>
        <p:spPr>
          <a:xfrm>
            <a:off x="10661904" y="322731"/>
            <a:ext cx="914400" cy="286869"/>
          </a:xfrm>
        </p:spPr>
        <p:txBody>
          <a:bodyPr anchor="ctr">
            <a:normAutofit/>
          </a:bodyPr>
          <a:lstStyle/>
          <a:p>
            <a:pPr>
              <a:spcAft>
                <a:spcPts val="600"/>
              </a:spcAft>
            </a:pPr>
            <a:fld id="{AEAA3239-9EA4-4A65-A281-97F994456D9F}" type="slidenum">
              <a:rPr lang="en-US" smtClean="0"/>
              <a:pPr>
                <a:spcAft>
                  <a:spcPts val="600"/>
                </a:spcAft>
              </a:pPr>
              <a:t>6</a:t>
            </a:fld>
            <a:endParaRPr lang="en-US"/>
          </a:p>
        </p:txBody>
      </p:sp>
    </p:spTree>
    <p:extLst>
      <p:ext uri="{BB962C8B-B14F-4D97-AF65-F5344CB8AC3E}">
        <p14:creationId xmlns:p14="http://schemas.microsoft.com/office/powerpoint/2010/main" val="30647245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68FD0-0554-70F1-68BE-5027786F1CBA}"/>
              </a:ext>
            </a:extLst>
          </p:cNvPr>
          <p:cNvSpPr>
            <a:spLocks noGrp="1"/>
          </p:cNvSpPr>
          <p:nvPr>
            <p:ph type="title"/>
          </p:nvPr>
        </p:nvSpPr>
        <p:spPr>
          <a:xfrm>
            <a:off x="612646" y="1371600"/>
            <a:ext cx="7166187" cy="606886"/>
          </a:xfrm>
        </p:spPr>
        <p:txBody>
          <a:bodyPr anchor="t">
            <a:normAutofit/>
          </a:bodyPr>
          <a:lstStyle/>
          <a:p>
            <a:r>
              <a:rPr lang="en-US" sz="2000"/>
              <a:t>End-to-End Execution Flow of Test Scenario</a:t>
            </a:r>
          </a:p>
        </p:txBody>
      </p:sp>
      <p:sp>
        <p:nvSpPr>
          <p:cNvPr id="3" name="Date Placeholder 2">
            <a:extLst>
              <a:ext uri="{FF2B5EF4-FFF2-40B4-BE49-F238E27FC236}">
                <a16:creationId xmlns:a16="http://schemas.microsoft.com/office/drawing/2014/main" id="{CFBF5C29-77D1-E602-7927-753D30424045}"/>
              </a:ext>
            </a:extLst>
          </p:cNvPr>
          <p:cNvSpPr>
            <a:spLocks noGrp="1"/>
          </p:cNvSpPr>
          <p:nvPr>
            <p:ph type="dt" sz="half" idx="15"/>
          </p:nvPr>
        </p:nvSpPr>
        <p:spPr>
          <a:xfrm>
            <a:off x="609600" y="322731"/>
            <a:ext cx="914400" cy="283464"/>
          </a:xfrm>
        </p:spPr>
        <p:txBody>
          <a:bodyPr anchor="ctr">
            <a:normAutofit/>
          </a:bodyPr>
          <a:lstStyle/>
          <a:p>
            <a:pPr>
              <a:spcAft>
                <a:spcPts val="600"/>
              </a:spcAft>
            </a:pPr>
            <a:fld id="{5C3B29B2-4593-A044-9190-FE2DA1AD031D}" type="datetime1">
              <a:rPr lang="en-US" smtClean="0"/>
              <a:pPr>
                <a:spcAft>
                  <a:spcPts val="600"/>
                </a:spcAft>
              </a:pPr>
              <a:t>2/13/2026</a:t>
            </a:fld>
            <a:endParaRPr lang="en-US"/>
          </a:p>
        </p:txBody>
      </p:sp>
      <p:sp>
        <p:nvSpPr>
          <p:cNvPr id="4" name="Footer Placeholder 3">
            <a:extLst>
              <a:ext uri="{FF2B5EF4-FFF2-40B4-BE49-F238E27FC236}">
                <a16:creationId xmlns:a16="http://schemas.microsoft.com/office/drawing/2014/main" id="{5E642BF3-69F9-2204-B3E0-C39AF61AE16D}"/>
              </a:ext>
            </a:extLst>
          </p:cNvPr>
          <p:cNvSpPr>
            <a:spLocks noGrp="1"/>
          </p:cNvSpPr>
          <p:nvPr>
            <p:ph type="ftr" sz="quarter" idx="16"/>
          </p:nvPr>
        </p:nvSpPr>
        <p:spPr>
          <a:xfrm>
            <a:off x="2514600" y="322731"/>
            <a:ext cx="7162800" cy="283464"/>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CF236938-79FB-C418-891A-478582A13F54}"/>
              </a:ext>
            </a:extLst>
          </p:cNvPr>
          <p:cNvSpPr>
            <a:spLocks noGrp="1"/>
          </p:cNvSpPr>
          <p:nvPr>
            <p:ph type="sldNum" sz="quarter" idx="17"/>
          </p:nvPr>
        </p:nvSpPr>
        <p:spPr>
          <a:xfrm>
            <a:off x="10664953" y="322731"/>
            <a:ext cx="914400" cy="283464"/>
          </a:xfrm>
        </p:spPr>
        <p:txBody>
          <a:bodyPr anchor="ctr">
            <a:normAutofit/>
          </a:bodyPr>
          <a:lstStyle/>
          <a:p>
            <a:pPr>
              <a:spcAft>
                <a:spcPts val="600"/>
              </a:spcAft>
            </a:pPr>
            <a:fld id="{AEAA3239-9EA4-4A65-A281-97F994456D9F}" type="slidenum">
              <a:rPr lang="en-US" smtClean="0"/>
              <a:pPr>
                <a:spcAft>
                  <a:spcPts val="600"/>
                </a:spcAft>
              </a:pPr>
              <a:t>7</a:t>
            </a:fld>
            <a:endParaRPr lang="en-US"/>
          </a:p>
        </p:txBody>
      </p:sp>
      <p:sp>
        <p:nvSpPr>
          <p:cNvPr id="7" name="Content Placeholder 6">
            <a:extLst>
              <a:ext uri="{FF2B5EF4-FFF2-40B4-BE49-F238E27FC236}">
                <a16:creationId xmlns:a16="http://schemas.microsoft.com/office/drawing/2014/main" id="{069CD90F-AD5C-8896-3111-45E152A3F0C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362534"/>
            <a:ext cx="7166188" cy="3885866"/>
          </a:xfrm>
        </p:spPr>
        <p:txBody>
          <a:bodyPr>
            <a:normAutofit/>
          </a:bodyPr>
          <a:lstStyle/>
          <a:p>
            <a:pPr marL="0" indent="0">
              <a:lnSpc>
                <a:spcPct val="110000"/>
              </a:lnSpc>
              <a:spcBef>
                <a:spcPts val="2500"/>
              </a:spcBef>
              <a:buFont typeface="Arial" panose="020B0604020202020204" pitchFamily="34" charset="0"/>
              <a:buNone/>
            </a:pPr>
            <a:r>
              <a:rPr lang="en-US" sz="1200" b="1"/>
              <a:t>Configuration and Initialization</a:t>
            </a:r>
          </a:p>
          <a:p>
            <a:pPr marL="0" lvl="1" indent="0">
              <a:lnSpc>
                <a:spcPct val="110000"/>
              </a:lnSpc>
              <a:buFont typeface="Arial" panose="020B0604020202020204" pitchFamily="34" charset="0"/>
              <a:buNone/>
            </a:pPr>
            <a:r>
              <a:rPr lang="en-US" sz="1200"/>
              <a:t>Workflow starts by loading base URL from a centralized config for environment flexibility and test setup.</a:t>
            </a:r>
          </a:p>
          <a:p>
            <a:pPr marL="0" indent="0">
              <a:lnSpc>
                <a:spcPct val="110000"/>
              </a:lnSpc>
              <a:spcBef>
                <a:spcPts val="2500"/>
              </a:spcBef>
              <a:buFont typeface="Arial" panose="020B0604020202020204" pitchFamily="34" charset="0"/>
              <a:buNone/>
            </a:pPr>
            <a:r>
              <a:rPr lang="en-US" sz="1200" b="1"/>
              <a:t>User Interaction Simulation</a:t>
            </a:r>
          </a:p>
          <a:p>
            <a:pPr marL="0" lvl="1" indent="0">
              <a:lnSpc>
                <a:spcPct val="110000"/>
              </a:lnSpc>
              <a:buFont typeface="Arial" panose="020B0604020202020204" pitchFamily="34" charset="0"/>
              <a:buNone/>
            </a:pPr>
            <a:r>
              <a:rPr lang="en-US" sz="1200"/>
              <a:t>Automated dismissal of overlays, search input interaction, and navigation simulate real user behavior reliably.</a:t>
            </a:r>
          </a:p>
          <a:p>
            <a:pPr marL="0" indent="0">
              <a:lnSpc>
                <a:spcPct val="110000"/>
              </a:lnSpc>
              <a:spcBef>
                <a:spcPts val="2500"/>
              </a:spcBef>
              <a:buFont typeface="Arial" panose="020B0604020202020204" pitchFamily="34" charset="0"/>
              <a:buNone/>
            </a:pPr>
            <a:r>
              <a:rPr lang="en-US" sz="1200" b="1"/>
              <a:t>Dynamic UI Element Handling</a:t>
            </a:r>
          </a:p>
          <a:p>
            <a:pPr marL="0" lvl="1" indent="0">
              <a:lnSpc>
                <a:spcPct val="110000"/>
              </a:lnSpc>
              <a:buFont typeface="Arial" panose="020B0604020202020204" pitchFamily="34" charset="0"/>
              <a:buNone/>
            </a:pPr>
            <a:r>
              <a:rPr lang="en-US" sz="1200"/>
              <a:t>XPath strategies detect UI elements for price filtering and sorting under varying screen sizes and formats.</a:t>
            </a:r>
          </a:p>
          <a:p>
            <a:pPr marL="0" indent="0">
              <a:lnSpc>
                <a:spcPct val="110000"/>
              </a:lnSpc>
              <a:spcBef>
                <a:spcPts val="2500"/>
              </a:spcBef>
              <a:buFont typeface="Arial" panose="020B0604020202020204" pitchFamily="34" charset="0"/>
              <a:buNone/>
            </a:pPr>
            <a:r>
              <a:rPr lang="en-US" sz="1200" b="1"/>
              <a:t>Validation and Reporting</a:t>
            </a:r>
          </a:p>
          <a:p>
            <a:pPr marL="0" lvl="1" indent="0">
              <a:lnSpc>
                <a:spcPct val="110000"/>
              </a:lnSpc>
              <a:buFont typeface="Arial" panose="020B0604020202020204" pitchFamily="34" charset="0"/>
              <a:buNone/>
            </a:pPr>
            <a:r>
              <a:rPr lang="en-US" sz="1200"/>
              <a:t>Price checks against budget and assertion logging ensure test accuracy and provide execution reports.</a:t>
            </a:r>
          </a:p>
        </p:txBody>
      </p:sp>
      <p:pic>
        <p:nvPicPr>
          <p:cNvPr id="8" name="Content Placeholder 7" descr="Cloud computing concept isolated on white background">
            <a:extLst>
              <a:ext uri="{FF2B5EF4-FFF2-40B4-BE49-F238E27FC236}">
                <a16:creationId xmlns:a16="http://schemas.microsoft.com/office/drawing/2014/main" id="{67D313F1-E3D9-4C29-94AC-3C777E8F7F42}"/>
              </a:ext>
            </a:extLst>
          </p:cNvPr>
          <p:cNvPicPr>
            <a:picLocks noGrp="1" noChangeAspect="1"/>
          </p:cNvPicPr>
          <p:nvPr>
            <p:ph type="pic" sz="quarter" idx="13"/>
          </p:nvPr>
        </p:nvPicPr>
        <p:blipFill>
          <a:blip r:embed="rId3"/>
          <a:srcRect l="22740" r="24760"/>
          <a:stretch>
            <a:fillRect/>
          </a:stretch>
        </p:blipFill>
        <p:spPr>
          <a:xfrm>
            <a:off x="8165593" y="1373529"/>
            <a:ext cx="3413760" cy="4876800"/>
          </a:xfrm>
        </p:spPr>
      </p:pic>
    </p:spTree>
    <p:extLst>
      <p:ext uri="{BB962C8B-B14F-4D97-AF65-F5344CB8AC3E}">
        <p14:creationId xmlns:p14="http://schemas.microsoft.com/office/powerpoint/2010/main" val="18368823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8AEF9-62BB-41DA-F9EC-646B8D425BF2}"/>
              </a:ext>
            </a:extLst>
          </p:cNvPr>
          <p:cNvSpPr>
            <a:spLocks noGrp="1"/>
          </p:cNvSpPr>
          <p:nvPr>
            <p:ph type="ctrTitle"/>
          </p:nvPr>
        </p:nvSpPr>
        <p:spPr>
          <a:xfrm>
            <a:off x="612648" y="1417671"/>
            <a:ext cx="7909560" cy="4830729"/>
          </a:xfrm>
        </p:spPr>
        <p:txBody>
          <a:bodyPr anchor="b">
            <a:normAutofit/>
          </a:bodyPr>
          <a:lstStyle/>
          <a:p>
            <a:r>
              <a:rPr lang="en-US"/>
              <a:t>Important Locators and XPaths</a:t>
            </a:r>
          </a:p>
        </p:txBody>
      </p:sp>
      <p:sp>
        <p:nvSpPr>
          <p:cNvPr id="4" name="Date Placeholder 3">
            <a:extLst>
              <a:ext uri="{FF2B5EF4-FFF2-40B4-BE49-F238E27FC236}">
                <a16:creationId xmlns:a16="http://schemas.microsoft.com/office/drawing/2014/main" id="{9A3D6719-E5FD-8BE6-D4A5-E042A2793189}"/>
              </a:ext>
            </a:extLst>
          </p:cNvPr>
          <p:cNvSpPr>
            <a:spLocks noGrp="1"/>
          </p:cNvSpPr>
          <p:nvPr>
            <p:ph type="dt" sz="half" idx="10"/>
          </p:nvPr>
        </p:nvSpPr>
        <p:spPr>
          <a:xfrm>
            <a:off x="609600" y="322731"/>
            <a:ext cx="914400" cy="286869"/>
          </a:xfrm>
        </p:spPr>
        <p:txBody>
          <a:bodyPr anchor="ctr">
            <a:normAutofit/>
          </a:bodyPr>
          <a:lstStyle/>
          <a:p>
            <a:pPr>
              <a:spcAft>
                <a:spcPts val="600"/>
              </a:spcAft>
            </a:pPr>
            <a:fld id="{1CC2392D-0077-F644-8130-034B3DFB395E}" type="datetime1">
              <a:rPr lang="en-US" smtClean="0"/>
              <a:pPr>
                <a:spcAft>
                  <a:spcPts val="600"/>
                </a:spcAft>
              </a:pPr>
              <a:t>2/13/2026</a:t>
            </a:fld>
            <a:endParaRPr lang="en-US"/>
          </a:p>
        </p:txBody>
      </p:sp>
      <p:sp>
        <p:nvSpPr>
          <p:cNvPr id="5" name="Footer Placeholder 4">
            <a:extLst>
              <a:ext uri="{FF2B5EF4-FFF2-40B4-BE49-F238E27FC236}">
                <a16:creationId xmlns:a16="http://schemas.microsoft.com/office/drawing/2014/main" id="{976E6CD1-973E-C573-575D-C432976F3BD1}"/>
              </a:ext>
            </a:extLst>
          </p:cNvPr>
          <p:cNvSpPr>
            <a:spLocks noGrp="1"/>
          </p:cNvSpPr>
          <p:nvPr>
            <p:ph type="ftr" sz="quarter" idx="11"/>
          </p:nvPr>
        </p:nvSpPr>
        <p:spPr>
          <a:xfrm>
            <a:off x="2517648" y="322731"/>
            <a:ext cx="7150608" cy="286869"/>
          </a:xfrm>
        </p:spPr>
        <p:txBody>
          <a:bodyPr anchor="ctr">
            <a:normAutofit/>
          </a:bodyPr>
          <a:lstStyle/>
          <a:p>
            <a:pPr>
              <a:spcAft>
                <a:spcPts val="600"/>
              </a:spcAft>
            </a:pPr>
            <a:r>
              <a:rPr lang="en-US"/>
              <a:t>Sample Footer Text</a:t>
            </a:r>
          </a:p>
        </p:txBody>
      </p:sp>
      <p:sp>
        <p:nvSpPr>
          <p:cNvPr id="6" name="Slide Number Placeholder 5">
            <a:extLst>
              <a:ext uri="{FF2B5EF4-FFF2-40B4-BE49-F238E27FC236}">
                <a16:creationId xmlns:a16="http://schemas.microsoft.com/office/drawing/2014/main" id="{142E6C2E-E7E1-2C72-D46C-0E04C5FA0C5D}"/>
              </a:ext>
            </a:extLst>
          </p:cNvPr>
          <p:cNvSpPr>
            <a:spLocks noGrp="1"/>
          </p:cNvSpPr>
          <p:nvPr>
            <p:ph type="sldNum" sz="quarter" idx="12"/>
          </p:nvPr>
        </p:nvSpPr>
        <p:spPr>
          <a:xfrm>
            <a:off x="10661904" y="322731"/>
            <a:ext cx="914400" cy="286869"/>
          </a:xfrm>
        </p:spPr>
        <p:txBody>
          <a:bodyPr anchor="ctr">
            <a:normAutofit/>
          </a:bodyPr>
          <a:lstStyle/>
          <a:p>
            <a:pPr>
              <a:spcAft>
                <a:spcPts val="600"/>
              </a:spcAft>
            </a:pPr>
            <a:fld id="{AEAA3239-9EA4-4A65-A281-97F994456D9F}" type="slidenum">
              <a:rPr lang="en-US" smtClean="0"/>
              <a:pPr>
                <a:spcAft>
                  <a:spcPts val="600"/>
                </a:spcAft>
              </a:pPr>
              <a:t>8</a:t>
            </a:fld>
            <a:endParaRPr lang="en-US"/>
          </a:p>
        </p:txBody>
      </p:sp>
      <p:pic>
        <p:nvPicPr>
          <p:cNvPr id="3" name="Picture 2" descr="A screenshot of a computer&#10;&#10;AI-generated content may be incorrect.">
            <a:extLst>
              <a:ext uri="{FF2B5EF4-FFF2-40B4-BE49-F238E27FC236}">
                <a16:creationId xmlns:a16="http://schemas.microsoft.com/office/drawing/2014/main" id="{9A40ABA9-7C33-7525-06D1-AA1FE4689F2A}"/>
              </a:ext>
            </a:extLst>
          </p:cNvPr>
          <p:cNvPicPr>
            <a:picLocks noChangeAspect="1"/>
          </p:cNvPicPr>
          <p:nvPr/>
        </p:nvPicPr>
        <p:blipFill>
          <a:blip r:embed="rId3"/>
          <a:stretch>
            <a:fillRect/>
          </a:stretch>
        </p:blipFill>
        <p:spPr>
          <a:xfrm>
            <a:off x="851648" y="907676"/>
            <a:ext cx="10062881" cy="4291853"/>
          </a:xfrm>
          <a:prstGeom prst="rect">
            <a:avLst/>
          </a:prstGeom>
        </p:spPr>
      </p:pic>
    </p:spTree>
    <p:extLst>
      <p:ext uri="{BB962C8B-B14F-4D97-AF65-F5344CB8AC3E}">
        <p14:creationId xmlns:p14="http://schemas.microsoft.com/office/powerpoint/2010/main" val="11673946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16032-CB5D-4E7F-590F-D73514A81B51}"/>
              </a:ext>
            </a:extLst>
          </p:cNvPr>
          <p:cNvSpPr>
            <a:spLocks noGrp="1"/>
          </p:cNvSpPr>
          <p:nvPr>
            <p:ph type="title"/>
          </p:nvPr>
        </p:nvSpPr>
        <p:spPr>
          <a:xfrm>
            <a:off x="612646" y="1371600"/>
            <a:ext cx="7166187" cy="606886"/>
          </a:xfrm>
        </p:spPr>
        <p:txBody>
          <a:bodyPr anchor="t">
            <a:normAutofit/>
          </a:bodyPr>
          <a:lstStyle/>
          <a:p>
            <a:r>
              <a:rPr lang="en-US" sz="2000"/>
              <a:t>Critical Locators for Search, Price Filter, and Product Data</a:t>
            </a:r>
          </a:p>
        </p:txBody>
      </p:sp>
      <p:sp>
        <p:nvSpPr>
          <p:cNvPr id="3" name="Date Placeholder 2">
            <a:extLst>
              <a:ext uri="{FF2B5EF4-FFF2-40B4-BE49-F238E27FC236}">
                <a16:creationId xmlns:a16="http://schemas.microsoft.com/office/drawing/2014/main" id="{A80FBF3A-A768-73C6-D435-7D3999859F1D}"/>
              </a:ext>
            </a:extLst>
          </p:cNvPr>
          <p:cNvSpPr>
            <a:spLocks noGrp="1"/>
          </p:cNvSpPr>
          <p:nvPr>
            <p:ph type="dt" sz="half" idx="15"/>
          </p:nvPr>
        </p:nvSpPr>
        <p:spPr>
          <a:xfrm>
            <a:off x="609600" y="322731"/>
            <a:ext cx="914400" cy="283464"/>
          </a:xfrm>
        </p:spPr>
        <p:txBody>
          <a:bodyPr anchor="ctr">
            <a:normAutofit/>
          </a:bodyPr>
          <a:lstStyle/>
          <a:p>
            <a:pPr>
              <a:spcAft>
                <a:spcPts val="600"/>
              </a:spcAft>
            </a:pPr>
            <a:fld id="{5C3B29B2-4593-A044-9190-FE2DA1AD031D}" type="datetime1">
              <a:rPr lang="en-US" smtClean="0"/>
              <a:pPr>
                <a:spcAft>
                  <a:spcPts val="600"/>
                </a:spcAft>
              </a:pPr>
              <a:t>2/13/2026</a:t>
            </a:fld>
            <a:endParaRPr lang="en-US"/>
          </a:p>
        </p:txBody>
      </p:sp>
      <p:sp>
        <p:nvSpPr>
          <p:cNvPr id="4" name="Footer Placeholder 3">
            <a:extLst>
              <a:ext uri="{FF2B5EF4-FFF2-40B4-BE49-F238E27FC236}">
                <a16:creationId xmlns:a16="http://schemas.microsoft.com/office/drawing/2014/main" id="{040FAA7C-0017-F4D1-220A-2539BF78488E}"/>
              </a:ext>
            </a:extLst>
          </p:cNvPr>
          <p:cNvSpPr>
            <a:spLocks noGrp="1"/>
          </p:cNvSpPr>
          <p:nvPr>
            <p:ph type="ftr" sz="quarter" idx="16"/>
          </p:nvPr>
        </p:nvSpPr>
        <p:spPr>
          <a:xfrm>
            <a:off x="2514600" y="322731"/>
            <a:ext cx="7162800" cy="283464"/>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04EFAC92-4CC6-5E6B-E3C4-A919E59054EC}"/>
              </a:ext>
            </a:extLst>
          </p:cNvPr>
          <p:cNvSpPr>
            <a:spLocks noGrp="1"/>
          </p:cNvSpPr>
          <p:nvPr>
            <p:ph type="sldNum" sz="quarter" idx="17"/>
          </p:nvPr>
        </p:nvSpPr>
        <p:spPr>
          <a:xfrm>
            <a:off x="10664953" y="322731"/>
            <a:ext cx="914400" cy="283464"/>
          </a:xfrm>
        </p:spPr>
        <p:txBody>
          <a:bodyPr anchor="ctr">
            <a:normAutofit/>
          </a:bodyPr>
          <a:lstStyle/>
          <a:p>
            <a:pPr>
              <a:spcAft>
                <a:spcPts val="600"/>
              </a:spcAft>
            </a:pPr>
            <a:fld id="{AEAA3239-9EA4-4A65-A281-97F994456D9F}" type="slidenum">
              <a:rPr lang="en-US" smtClean="0"/>
              <a:pPr>
                <a:spcAft>
                  <a:spcPts val="600"/>
                </a:spcAft>
              </a:pPr>
              <a:t>9</a:t>
            </a:fld>
            <a:endParaRPr lang="en-US"/>
          </a:p>
        </p:txBody>
      </p:sp>
      <p:sp>
        <p:nvSpPr>
          <p:cNvPr id="7" name="Content Placeholder 6">
            <a:extLst>
              <a:ext uri="{FF2B5EF4-FFF2-40B4-BE49-F238E27FC236}">
                <a16:creationId xmlns:a16="http://schemas.microsoft.com/office/drawing/2014/main" id="{636420CE-FDCB-82B9-BE08-8D72462030B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362534"/>
            <a:ext cx="7166188" cy="3885866"/>
          </a:xfrm>
        </p:spPr>
        <p:txBody>
          <a:bodyPr>
            <a:normAutofit/>
          </a:bodyPr>
          <a:lstStyle/>
          <a:p>
            <a:pPr marL="0" indent="0">
              <a:lnSpc>
                <a:spcPct val="110000"/>
              </a:lnSpc>
              <a:spcBef>
                <a:spcPts val="2500"/>
              </a:spcBef>
              <a:buFont typeface="Arial" panose="020B0604020202020204" pitchFamily="34" charset="0"/>
              <a:buNone/>
            </a:pPr>
            <a:r>
              <a:rPr lang="en-US" sz="1200" b="1"/>
              <a:t>Search Field Locators</a:t>
            </a:r>
          </a:p>
          <a:p>
            <a:pPr marL="0" lvl="1" indent="0">
              <a:lnSpc>
                <a:spcPct val="110000"/>
              </a:lnSpc>
              <a:buFont typeface="Arial" panose="020B0604020202020204" pitchFamily="34" charset="0"/>
              <a:buNone/>
            </a:pPr>
            <a:r>
              <a:rPr lang="en-US" sz="1200"/>
              <a:t>Reliable XPath targets data-testid attributes for direct access to dynamic search inputs on the homepage.</a:t>
            </a:r>
          </a:p>
          <a:p>
            <a:pPr marL="0" indent="0">
              <a:lnSpc>
                <a:spcPct val="110000"/>
              </a:lnSpc>
              <a:spcBef>
                <a:spcPts val="2500"/>
              </a:spcBef>
              <a:buFont typeface="Arial" panose="020B0604020202020204" pitchFamily="34" charset="0"/>
              <a:buNone/>
            </a:pPr>
            <a:r>
              <a:rPr lang="en-US" sz="1200" b="1"/>
              <a:t>Price Filter Strategies</a:t>
            </a:r>
          </a:p>
          <a:p>
            <a:pPr marL="0" lvl="1" indent="0">
              <a:lnSpc>
                <a:spcPct val="110000"/>
              </a:lnSpc>
              <a:buFont typeface="Arial" panose="020B0604020202020204" pitchFamily="34" charset="0"/>
              <a:buNone/>
            </a:pPr>
            <a:r>
              <a:rPr lang="en-US" sz="1200"/>
              <a:t>Multi-locator approach covers price button variations and case-insensitive label matching for price ranges.</a:t>
            </a:r>
          </a:p>
          <a:p>
            <a:pPr marL="0" indent="0">
              <a:lnSpc>
                <a:spcPct val="110000"/>
              </a:lnSpc>
              <a:spcBef>
                <a:spcPts val="2500"/>
              </a:spcBef>
              <a:buFont typeface="Arial" panose="020B0604020202020204" pitchFamily="34" charset="0"/>
              <a:buNone/>
            </a:pPr>
            <a:r>
              <a:rPr lang="en-US" sz="1200" b="1"/>
              <a:t>Sorting and Apply Button</a:t>
            </a:r>
          </a:p>
          <a:p>
            <a:pPr marL="0" lvl="1" indent="0">
              <a:lnSpc>
                <a:spcPct val="110000"/>
              </a:lnSpc>
              <a:buFont typeface="Arial" panose="020B0604020202020204" pitchFamily="34" charset="0"/>
              <a:buNone/>
            </a:pPr>
            <a:r>
              <a:rPr lang="en-US" sz="1200"/>
              <a:t>Text-based locators ensure stability for sorting options and the Apply button across UI states.</a:t>
            </a:r>
          </a:p>
          <a:p>
            <a:pPr marL="0" indent="0">
              <a:lnSpc>
                <a:spcPct val="110000"/>
              </a:lnSpc>
              <a:spcBef>
                <a:spcPts val="2500"/>
              </a:spcBef>
              <a:buFont typeface="Arial" panose="020B0604020202020204" pitchFamily="34" charset="0"/>
              <a:buNone/>
            </a:pPr>
            <a:r>
              <a:rPr lang="en-US" sz="1200" b="1"/>
              <a:t>Product Title and Price Extraction</a:t>
            </a:r>
          </a:p>
          <a:p>
            <a:pPr marL="0" lvl="1" indent="0">
              <a:lnSpc>
                <a:spcPct val="110000"/>
              </a:lnSpc>
              <a:buFont typeface="Arial" panose="020B0604020202020204" pitchFamily="34" charset="0"/>
              <a:buNone/>
            </a:pPr>
            <a:r>
              <a:rPr lang="en-US" sz="1200"/>
              <a:t>Combination of CSS and XPath locators extracts product titles and filters out invalid prices reliably.</a:t>
            </a:r>
          </a:p>
        </p:txBody>
      </p:sp>
      <p:pic>
        <p:nvPicPr>
          <p:cNvPr id="8" name="Content Placeholder 7" descr="3d illustration">
            <a:extLst>
              <a:ext uri="{FF2B5EF4-FFF2-40B4-BE49-F238E27FC236}">
                <a16:creationId xmlns:a16="http://schemas.microsoft.com/office/drawing/2014/main" id="{87E4B94E-3F64-47ED-BDE4-6E2C80704EB4}"/>
              </a:ext>
            </a:extLst>
          </p:cNvPr>
          <p:cNvPicPr>
            <a:picLocks noGrp="1" noChangeAspect="1"/>
          </p:cNvPicPr>
          <p:nvPr>
            <p:ph type="pic" sz="quarter" idx="13"/>
          </p:nvPr>
        </p:nvPicPr>
        <p:blipFill>
          <a:blip r:embed="rId3"/>
          <a:srcRect l="7893" r="22107"/>
          <a:stretch>
            <a:fillRect/>
          </a:stretch>
        </p:blipFill>
        <p:spPr>
          <a:xfrm>
            <a:off x="8165593" y="1373529"/>
            <a:ext cx="3413760" cy="4876800"/>
          </a:xfrm>
        </p:spPr>
      </p:pic>
    </p:spTree>
    <p:extLst>
      <p:ext uri="{BB962C8B-B14F-4D97-AF65-F5344CB8AC3E}">
        <p14:creationId xmlns:p14="http://schemas.microsoft.com/office/powerpoint/2010/main" val="34408068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0413E-A9F9-0D7E-84AE-28DB1B7A9707}"/>
              </a:ext>
            </a:extLst>
          </p:cNvPr>
          <p:cNvSpPr>
            <a:spLocks noGrp="1"/>
          </p:cNvSpPr>
          <p:nvPr>
            <p:ph type="ctrTitle"/>
          </p:nvPr>
        </p:nvSpPr>
        <p:spPr>
          <a:xfrm>
            <a:off x="612648" y="1417671"/>
            <a:ext cx="7909560" cy="4830729"/>
          </a:xfrm>
        </p:spPr>
        <p:txBody>
          <a:bodyPr anchor="b">
            <a:normAutofit/>
          </a:bodyPr>
          <a:lstStyle/>
          <a:p>
            <a:r>
              <a:rPr lang="en-US"/>
              <a:t>Framework Components</a:t>
            </a:r>
          </a:p>
        </p:txBody>
      </p:sp>
      <p:sp>
        <p:nvSpPr>
          <p:cNvPr id="4" name="Date Placeholder 3">
            <a:extLst>
              <a:ext uri="{FF2B5EF4-FFF2-40B4-BE49-F238E27FC236}">
                <a16:creationId xmlns:a16="http://schemas.microsoft.com/office/drawing/2014/main" id="{723985CE-22A4-0E22-3FED-A77975F73F1D}"/>
              </a:ext>
            </a:extLst>
          </p:cNvPr>
          <p:cNvSpPr>
            <a:spLocks noGrp="1"/>
          </p:cNvSpPr>
          <p:nvPr>
            <p:ph type="dt" sz="half" idx="10"/>
          </p:nvPr>
        </p:nvSpPr>
        <p:spPr>
          <a:xfrm>
            <a:off x="609600" y="322731"/>
            <a:ext cx="914400" cy="286869"/>
          </a:xfrm>
        </p:spPr>
        <p:txBody>
          <a:bodyPr anchor="ctr">
            <a:normAutofit/>
          </a:bodyPr>
          <a:lstStyle/>
          <a:p>
            <a:pPr>
              <a:spcAft>
                <a:spcPts val="600"/>
              </a:spcAft>
            </a:pPr>
            <a:fld id="{1CC2392D-0077-F644-8130-034B3DFB395E}" type="datetime1">
              <a:rPr lang="en-US" smtClean="0"/>
              <a:pPr>
                <a:spcAft>
                  <a:spcPts val="600"/>
                </a:spcAft>
              </a:pPr>
              <a:t>2/13/2026</a:t>
            </a:fld>
            <a:endParaRPr lang="en-US"/>
          </a:p>
        </p:txBody>
      </p:sp>
      <p:sp>
        <p:nvSpPr>
          <p:cNvPr id="5" name="Footer Placeholder 4">
            <a:extLst>
              <a:ext uri="{FF2B5EF4-FFF2-40B4-BE49-F238E27FC236}">
                <a16:creationId xmlns:a16="http://schemas.microsoft.com/office/drawing/2014/main" id="{7D45A632-F4CF-D84D-0AEC-48A2AFE7AF3A}"/>
              </a:ext>
            </a:extLst>
          </p:cNvPr>
          <p:cNvSpPr>
            <a:spLocks noGrp="1"/>
          </p:cNvSpPr>
          <p:nvPr>
            <p:ph type="ftr" sz="quarter" idx="11"/>
          </p:nvPr>
        </p:nvSpPr>
        <p:spPr>
          <a:xfrm>
            <a:off x="2517648" y="322731"/>
            <a:ext cx="7150608" cy="286869"/>
          </a:xfrm>
        </p:spPr>
        <p:txBody>
          <a:bodyPr anchor="ctr">
            <a:normAutofit/>
          </a:bodyPr>
          <a:lstStyle/>
          <a:p>
            <a:pPr>
              <a:spcAft>
                <a:spcPts val="600"/>
              </a:spcAft>
            </a:pPr>
            <a:r>
              <a:rPr lang="en-US"/>
              <a:t>Sample Footer Text</a:t>
            </a:r>
          </a:p>
        </p:txBody>
      </p:sp>
      <p:sp>
        <p:nvSpPr>
          <p:cNvPr id="6" name="Slide Number Placeholder 5">
            <a:extLst>
              <a:ext uri="{FF2B5EF4-FFF2-40B4-BE49-F238E27FC236}">
                <a16:creationId xmlns:a16="http://schemas.microsoft.com/office/drawing/2014/main" id="{B0B92C09-29D3-4425-7F5F-31A0D35DA830}"/>
              </a:ext>
            </a:extLst>
          </p:cNvPr>
          <p:cNvSpPr>
            <a:spLocks noGrp="1"/>
          </p:cNvSpPr>
          <p:nvPr>
            <p:ph type="sldNum" sz="quarter" idx="12"/>
          </p:nvPr>
        </p:nvSpPr>
        <p:spPr>
          <a:xfrm>
            <a:off x="10661904" y="322731"/>
            <a:ext cx="914400" cy="286869"/>
          </a:xfrm>
        </p:spPr>
        <p:txBody>
          <a:bodyPr anchor="ctr">
            <a:normAutofit/>
          </a:bodyPr>
          <a:lstStyle/>
          <a:p>
            <a:pPr>
              <a:spcAft>
                <a:spcPts val="600"/>
              </a:spcAft>
            </a:pPr>
            <a:fld id="{AEAA3239-9EA4-4A65-A281-97F994456D9F}" type="slidenum">
              <a:rPr lang="en-US" smtClean="0"/>
              <a:pPr>
                <a:spcAft>
                  <a:spcPts val="600"/>
                </a:spcAft>
              </a:pPr>
              <a:t>10</a:t>
            </a:fld>
            <a:endParaRPr lang="en-US"/>
          </a:p>
        </p:txBody>
      </p:sp>
    </p:spTree>
    <p:extLst>
      <p:ext uri="{BB962C8B-B14F-4D97-AF65-F5344CB8AC3E}">
        <p14:creationId xmlns:p14="http://schemas.microsoft.com/office/powerpoint/2010/main" val="40884938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1DCD4-2D9E-7B28-C398-F141481C57A6}"/>
              </a:ext>
            </a:extLst>
          </p:cNvPr>
          <p:cNvSpPr>
            <a:spLocks noGrp="1"/>
          </p:cNvSpPr>
          <p:nvPr>
            <p:ph type="title"/>
          </p:nvPr>
        </p:nvSpPr>
        <p:spPr>
          <a:xfrm>
            <a:off x="612646" y="1371600"/>
            <a:ext cx="7166187" cy="606886"/>
          </a:xfrm>
        </p:spPr>
        <p:txBody>
          <a:bodyPr anchor="t">
            <a:normAutofit/>
          </a:bodyPr>
          <a:lstStyle/>
          <a:p>
            <a:r>
              <a:rPr lang="en-US" sz="2200"/>
              <a:t>Modular Structure of Page Object Model</a:t>
            </a:r>
          </a:p>
        </p:txBody>
      </p:sp>
      <p:sp>
        <p:nvSpPr>
          <p:cNvPr id="3" name="Date Placeholder 2">
            <a:extLst>
              <a:ext uri="{FF2B5EF4-FFF2-40B4-BE49-F238E27FC236}">
                <a16:creationId xmlns:a16="http://schemas.microsoft.com/office/drawing/2014/main" id="{2C1A40B9-B22B-B3FB-C7E0-228063F46BA6}"/>
              </a:ext>
            </a:extLst>
          </p:cNvPr>
          <p:cNvSpPr>
            <a:spLocks noGrp="1"/>
          </p:cNvSpPr>
          <p:nvPr>
            <p:ph type="dt" sz="half" idx="15"/>
          </p:nvPr>
        </p:nvSpPr>
        <p:spPr>
          <a:xfrm>
            <a:off x="609600" y="322731"/>
            <a:ext cx="914400" cy="283464"/>
          </a:xfrm>
        </p:spPr>
        <p:txBody>
          <a:bodyPr anchor="ctr">
            <a:normAutofit/>
          </a:bodyPr>
          <a:lstStyle/>
          <a:p>
            <a:pPr>
              <a:spcAft>
                <a:spcPts val="600"/>
              </a:spcAft>
            </a:pPr>
            <a:fld id="{5C3B29B2-4593-A044-9190-FE2DA1AD031D}" type="datetime1">
              <a:rPr lang="en-US" smtClean="0"/>
              <a:pPr>
                <a:spcAft>
                  <a:spcPts val="600"/>
                </a:spcAft>
              </a:pPr>
              <a:t>2/13/2026</a:t>
            </a:fld>
            <a:endParaRPr lang="en-US"/>
          </a:p>
        </p:txBody>
      </p:sp>
      <p:sp>
        <p:nvSpPr>
          <p:cNvPr id="4" name="Footer Placeholder 3">
            <a:extLst>
              <a:ext uri="{FF2B5EF4-FFF2-40B4-BE49-F238E27FC236}">
                <a16:creationId xmlns:a16="http://schemas.microsoft.com/office/drawing/2014/main" id="{594AA697-7562-761F-FD89-370956595E69}"/>
              </a:ext>
            </a:extLst>
          </p:cNvPr>
          <p:cNvSpPr>
            <a:spLocks noGrp="1"/>
          </p:cNvSpPr>
          <p:nvPr>
            <p:ph type="ftr" sz="quarter" idx="16"/>
          </p:nvPr>
        </p:nvSpPr>
        <p:spPr>
          <a:xfrm>
            <a:off x="2514600" y="322731"/>
            <a:ext cx="7162800" cy="283464"/>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8F10CB0F-21DD-95C7-9B4D-50A521209757}"/>
              </a:ext>
            </a:extLst>
          </p:cNvPr>
          <p:cNvSpPr>
            <a:spLocks noGrp="1"/>
          </p:cNvSpPr>
          <p:nvPr>
            <p:ph type="sldNum" sz="quarter" idx="17"/>
          </p:nvPr>
        </p:nvSpPr>
        <p:spPr>
          <a:xfrm>
            <a:off x="10664953" y="322731"/>
            <a:ext cx="914400" cy="283464"/>
          </a:xfrm>
        </p:spPr>
        <p:txBody>
          <a:bodyPr anchor="ctr">
            <a:normAutofit/>
          </a:bodyPr>
          <a:lstStyle/>
          <a:p>
            <a:pPr>
              <a:spcAft>
                <a:spcPts val="600"/>
              </a:spcAft>
            </a:pPr>
            <a:fld id="{AEAA3239-9EA4-4A65-A281-97F994456D9F}" type="slidenum">
              <a:rPr lang="en-US" smtClean="0"/>
              <a:pPr>
                <a:spcAft>
                  <a:spcPts val="600"/>
                </a:spcAft>
              </a:pPr>
              <a:t>11</a:t>
            </a:fld>
            <a:endParaRPr lang="en-US"/>
          </a:p>
        </p:txBody>
      </p:sp>
      <p:sp>
        <p:nvSpPr>
          <p:cNvPr id="7" name="Content Placeholder 6">
            <a:extLst>
              <a:ext uri="{FF2B5EF4-FFF2-40B4-BE49-F238E27FC236}">
                <a16:creationId xmlns:a16="http://schemas.microsoft.com/office/drawing/2014/main" id="{4059EFDF-4456-023B-3B0C-136933C2A3E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362534"/>
            <a:ext cx="7166188" cy="3885866"/>
          </a:xfrm>
        </p:spPr>
        <p:txBody>
          <a:bodyPr>
            <a:normAutofit/>
          </a:bodyPr>
          <a:lstStyle/>
          <a:p>
            <a:pPr marL="0" indent="0">
              <a:lnSpc>
                <a:spcPct val="110000"/>
              </a:lnSpc>
              <a:spcBef>
                <a:spcPts val="2500"/>
              </a:spcBef>
              <a:buFont typeface="Arial" panose="020B0604020202020204" pitchFamily="34" charset="0"/>
              <a:buNone/>
            </a:pPr>
            <a:r>
              <a:rPr lang="en-US" sz="1200" b="1"/>
              <a:t>BasePage Core Functions</a:t>
            </a:r>
          </a:p>
          <a:p>
            <a:pPr marL="0" lvl="1" indent="0">
              <a:lnSpc>
                <a:spcPct val="110000"/>
              </a:lnSpc>
              <a:buFont typeface="Arial" panose="020B0604020202020204" pitchFamily="34" charset="0"/>
              <a:buNone/>
            </a:pPr>
            <a:r>
              <a:rPr lang="en-US" sz="1200"/>
              <a:t>Centralizes WebDriver management with reusable methods to prevent duplication across page classes.</a:t>
            </a:r>
          </a:p>
          <a:p>
            <a:pPr marL="0" indent="0">
              <a:lnSpc>
                <a:spcPct val="110000"/>
              </a:lnSpc>
              <a:spcBef>
                <a:spcPts val="2500"/>
              </a:spcBef>
              <a:buFont typeface="Arial" panose="020B0604020202020204" pitchFamily="34" charset="0"/>
              <a:buNone/>
            </a:pPr>
            <a:r>
              <a:rPr lang="en-US" sz="1200" b="1"/>
              <a:t>HomePage Responsibilities</a:t>
            </a:r>
          </a:p>
          <a:p>
            <a:pPr marL="0" lvl="1" indent="0">
              <a:lnSpc>
                <a:spcPct val="110000"/>
              </a:lnSpc>
              <a:buFont typeface="Arial" panose="020B0604020202020204" pitchFamily="34" charset="0"/>
              <a:buNone/>
            </a:pPr>
            <a:r>
              <a:rPr lang="en-US" sz="1200"/>
              <a:t>Manages landing page interactions including overlay dismissal, search bar handling, and navigation waits.</a:t>
            </a:r>
          </a:p>
          <a:p>
            <a:pPr marL="0" indent="0">
              <a:lnSpc>
                <a:spcPct val="110000"/>
              </a:lnSpc>
              <a:spcBef>
                <a:spcPts val="2500"/>
              </a:spcBef>
              <a:buFont typeface="Arial" panose="020B0604020202020204" pitchFamily="34" charset="0"/>
              <a:buNone/>
            </a:pPr>
            <a:r>
              <a:rPr lang="en-US" sz="1200" b="1"/>
              <a:t>SearchResultsPage Handling</a:t>
            </a:r>
          </a:p>
          <a:p>
            <a:pPr marL="0" lvl="1" indent="0">
              <a:lnSpc>
                <a:spcPct val="110000"/>
              </a:lnSpc>
              <a:buFont typeface="Arial" panose="020B0604020202020204" pitchFamily="34" charset="0"/>
              <a:buNone/>
            </a:pPr>
            <a:r>
              <a:rPr lang="en-US" sz="1200"/>
              <a:t>Manages post-search filtering, sorting, and data extraction with logic for responsive layouts and stale element detection.</a:t>
            </a:r>
          </a:p>
          <a:p>
            <a:pPr marL="0" indent="0">
              <a:lnSpc>
                <a:spcPct val="110000"/>
              </a:lnSpc>
              <a:spcBef>
                <a:spcPts val="2500"/>
              </a:spcBef>
              <a:buFont typeface="Arial" panose="020B0604020202020204" pitchFamily="34" charset="0"/>
              <a:buNone/>
            </a:pPr>
            <a:r>
              <a:rPr lang="en-US" sz="1200" b="1"/>
              <a:t>Auxiliary Utilities</a:t>
            </a:r>
          </a:p>
          <a:p>
            <a:pPr marL="0" lvl="1" indent="0">
              <a:lnSpc>
                <a:spcPct val="110000"/>
              </a:lnSpc>
              <a:buFont typeface="Arial" panose="020B0604020202020204" pitchFamily="34" charset="0"/>
              <a:buNone/>
            </a:pPr>
            <a:r>
              <a:rPr lang="en-US" sz="1200"/>
              <a:t>Includes DriverFactory for WebDriver lifecycle, ConfigLoader for configurations, and ExcelReader for test data.</a:t>
            </a:r>
          </a:p>
        </p:txBody>
      </p:sp>
      <p:pic>
        <p:nvPicPr>
          <p:cNvPr id="8" name="Content Placeholder 7" descr="digital technology concept">
            <a:extLst>
              <a:ext uri="{FF2B5EF4-FFF2-40B4-BE49-F238E27FC236}">
                <a16:creationId xmlns:a16="http://schemas.microsoft.com/office/drawing/2014/main" id="{99851006-2416-4653-AB7F-2686BC25C53F}"/>
              </a:ext>
            </a:extLst>
          </p:cNvPr>
          <p:cNvPicPr>
            <a:picLocks noGrp="1" noChangeAspect="1"/>
          </p:cNvPicPr>
          <p:nvPr>
            <p:ph type="pic" sz="quarter" idx="13"/>
          </p:nvPr>
        </p:nvPicPr>
        <p:blipFill>
          <a:blip r:embed="rId3"/>
          <a:srcRect l="14329" r="46297" b="2"/>
          <a:stretch>
            <a:fillRect/>
          </a:stretch>
        </p:blipFill>
        <p:spPr>
          <a:xfrm>
            <a:off x="8165593" y="1373529"/>
            <a:ext cx="3413760" cy="4876800"/>
          </a:xfrm>
        </p:spPr>
      </p:pic>
    </p:spTree>
    <p:extLst>
      <p:ext uri="{BB962C8B-B14F-4D97-AF65-F5344CB8AC3E}">
        <p14:creationId xmlns:p14="http://schemas.microsoft.com/office/powerpoint/2010/main" val="25506384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Monochrome black">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77">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Art Copilot_win32_v2" id="{C4441793-7F42-4E6F-AB6E-2BF31AF6ECEE}" vid="{417A8EDD-AC54-49AE-B230-98EE57C802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Slides>
  <Notes>11</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Monochrome black</vt:lpstr>
      <vt:lpstr>Croma Automation Framework</vt:lpstr>
      <vt:lpstr>Project Overview</vt:lpstr>
      <vt:lpstr>Purpose and Workflow Summary</vt:lpstr>
      <vt:lpstr>Technology Stack</vt:lpstr>
      <vt:lpstr>Tools, Libraries, and Technologies Used</vt:lpstr>
      <vt:lpstr>Automation Workflow</vt:lpstr>
      <vt:lpstr>End-to-End Execution Flow of Test Scenario</vt:lpstr>
      <vt:lpstr>Important Locators and XPaths</vt:lpstr>
      <vt:lpstr>Critical Locators for Search, Price Filter, and Product Data</vt:lpstr>
      <vt:lpstr>Framework Components</vt:lpstr>
      <vt:lpstr>Modular Structure of Page Object Model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12</cp:revision>
  <dcterms:modified xsi:type="dcterms:W3CDTF">2026-02-13T09:39:44Z</dcterms:modified>
</cp:coreProperties>
</file>